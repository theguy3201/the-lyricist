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Lst>
  <p:notesMasterIdLst>
    <p:notesMasterId r:id="rId15"/>
  </p:notesMasterIdLst>
  <p:handoutMasterIdLst>
    <p:handoutMasterId r:id="rId16"/>
  </p:handoutMasterIdLst>
  <p:sldIdLst>
    <p:sldId id="259" r:id="rId5"/>
    <p:sldId id="260" r:id="rId6"/>
    <p:sldId id="261" r:id="rId7"/>
    <p:sldId id="265" r:id="rId8"/>
    <p:sldId id="267" r:id="rId9"/>
    <p:sldId id="273" r:id="rId10"/>
    <p:sldId id="274" r:id="rId11"/>
    <p:sldId id="266" r:id="rId12"/>
    <p:sldId id="271" r:id="rId13"/>
    <p:sldId id="272" r:id="rId14"/>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D7D9B8-AF2B-4776-CABE-072B16202819}" v="10" dt="2024-04-10T04:57:47.365"/>
    <p1510:client id="{5258E8A5-98A5-93BB-16BD-1A75E9381D5E}" v="29" dt="2024-04-10T19:17:47.345"/>
    <p1510:client id="{57452FC2-71B7-3969-BD12-F1282973BF2F}" v="36" dt="2024-04-09T23:11:02.978"/>
    <p1510:client id="{71025595-0A0C-8E74-6B7F-AB56E99C6996}" v="53" dt="2024-04-10T19:37:54.760"/>
    <p1510:client id="{83932CE2-630F-E66B-4ADE-CEA9EABD242C}" v="4" dt="2024-04-10T17:43:20.775"/>
    <p1510:client id="{93BD42B9-92FC-01BA-0213-52075925B483}" v="8" dt="2024-04-10T19:41:03.983"/>
    <p1510:client id="{BCEE0273-A567-B3B8-6A0D-38824C9B8F6C}" v="13" dt="2024-04-09T22:39:46.494"/>
    <p1510:client id="{C9AB403F-2B60-49BB-856C-8AA0625A9117}" v="5" dt="2024-04-10T19:17:38.271"/>
    <p1510:client id="{E8CF9E52-84EE-3515-579B-C92DAA89D37A}" v="372" dt="2024-04-10T16:58:33.7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ua Desroches" userId="c8567a0f-412b-4d4b-adec-a7120e7039e9" providerId="ADAL" clId="{F604AADC-048E-4F8C-8103-4F32E8A20E1C}"/>
    <pc:docChg chg="custSel modSld">
      <pc:chgData name="Joshua Desroches" userId="c8567a0f-412b-4d4b-adec-a7120e7039e9" providerId="ADAL" clId="{F604AADC-048E-4F8C-8103-4F32E8A20E1C}" dt="2024-04-03T16:10:06.109" v="256" actId="14100"/>
      <pc:docMkLst>
        <pc:docMk/>
      </pc:docMkLst>
      <pc:sldChg chg="modSp mod">
        <pc:chgData name="Joshua Desroches" userId="c8567a0f-412b-4d4b-adec-a7120e7039e9" providerId="ADAL" clId="{F604AADC-048E-4F8C-8103-4F32E8A20E1C}" dt="2024-03-22T17:47:25.289" v="119" actId="20577"/>
        <pc:sldMkLst>
          <pc:docMk/>
          <pc:sldMk cId="0" sldId="259"/>
        </pc:sldMkLst>
        <pc:spChg chg="mod">
          <ac:chgData name="Joshua Desroches" userId="c8567a0f-412b-4d4b-adec-a7120e7039e9" providerId="ADAL" clId="{F604AADC-048E-4F8C-8103-4F32E8A20E1C}" dt="2024-03-22T17:47:25.289" v="119" actId="20577"/>
          <ac:spMkLst>
            <pc:docMk/>
            <pc:sldMk cId="0" sldId="259"/>
            <ac:spMk id="2" creationId="{00000000-0000-0000-0000-000000000000}"/>
          </ac:spMkLst>
        </pc:spChg>
      </pc:sldChg>
      <pc:sldChg chg="modSp mod">
        <pc:chgData name="Joshua Desroches" userId="c8567a0f-412b-4d4b-adec-a7120e7039e9" providerId="ADAL" clId="{F604AADC-048E-4F8C-8103-4F32E8A20E1C}" dt="2024-04-03T16:08:58.183" v="255" actId="948"/>
        <pc:sldMkLst>
          <pc:docMk/>
          <pc:sldMk cId="0" sldId="260"/>
        </pc:sldMkLst>
        <pc:spChg chg="mod">
          <ac:chgData name="Joshua Desroches" userId="c8567a0f-412b-4d4b-adec-a7120e7039e9" providerId="ADAL" clId="{F604AADC-048E-4F8C-8103-4F32E8A20E1C}" dt="2024-04-03T16:08:58.183" v="255" actId="948"/>
          <ac:spMkLst>
            <pc:docMk/>
            <pc:sldMk cId="0" sldId="260"/>
            <ac:spMk id="3" creationId="{00000000-0000-0000-0000-000000000000}"/>
          </ac:spMkLst>
        </pc:spChg>
      </pc:sldChg>
      <pc:sldChg chg="addSp delSp modSp mod">
        <pc:chgData name="Joshua Desroches" userId="c8567a0f-412b-4d4b-adec-a7120e7039e9" providerId="ADAL" clId="{F604AADC-048E-4F8C-8103-4F32E8A20E1C}" dt="2024-04-03T16:10:06.109" v="256" actId="14100"/>
        <pc:sldMkLst>
          <pc:docMk/>
          <pc:sldMk cId="0" sldId="261"/>
        </pc:sldMkLst>
        <pc:spChg chg="del mod">
          <ac:chgData name="Joshua Desroches" userId="c8567a0f-412b-4d4b-adec-a7120e7039e9" providerId="ADAL" clId="{F604AADC-048E-4F8C-8103-4F32E8A20E1C}" dt="2024-03-22T17:51:33.746" v="128" actId="478"/>
          <ac:spMkLst>
            <pc:docMk/>
            <pc:sldMk cId="0" sldId="261"/>
            <ac:spMk id="6" creationId="{00000000-0000-0000-0000-000000000000}"/>
          </ac:spMkLst>
        </pc:spChg>
        <pc:picChg chg="add del mod">
          <ac:chgData name="Joshua Desroches" userId="c8567a0f-412b-4d4b-adec-a7120e7039e9" providerId="ADAL" clId="{F604AADC-048E-4F8C-8103-4F32E8A20E1C}" dt="2024-03-22T18:01:12.322" v="133" actId="478"/>
          <ac:picMkLst>
            <pc:docMk/>
            <pc:sldMk cId="0" sldId="261"/>
            <ac:picMk id="4" creationId="{A696438E-D572-5498-08AE-0022D414177B}"/>
          </ac:picMkLst>
        </pc:picChg>
        <pc:picChg chg="add mod">
          <ac:chgData name="Joshua Desroches" userId="c8567a0f-412b-4d4b-adec-a7120e7039e9" providerId="ADAL" clId="{F604AADC-048E-4F8C-8103-4F32E8A20E1C}" dt="2024-04-03T16:10:06.109" v="256" actId="14100"/>
          <ac:picMkLst>
            <pc:docMk/>
            <pc:sldMk cId="0" sldId="261"/>
            <ac:picMk id="8" creationId="{5C0DAA78-1531-E052-5D30-CC4EA8858955}"/>
          </ac:picMkLst>
        </pc:picChg>
      </pc:sldChg>
      <pc:sldChg chg="addSp delSp modSp mod">
        <pc:chgData name="Joshua Desroches" userId="c8567a0f-412b-4d4b-adec-a7120e7039e9" providerId="ADAL" clId="{F604AADC-048E-4F8C-8103-4F32E8A20E1C}" dt="2024-03-22T18:07:52.520" v="228" actId="478"/>
        <pc:sldMkLst>
          <pc:docMk/>
          <pc:sldMk cId="3907459342" sldId="274"/>
        </pc:sldMkLst>
        <pc:picChg chg="add del mod">
          <ac:chgData name="Joshua Desroches" userId="c8567a0f-412b-4d4b-adec-a7120e7039e9" providerId="ADAL" clId="{F604AADC-048E-4F8C-8103-4F32E8A20E1C}" dt="2024-03-22T18:07:52.520" v="228" actId="478"/>
          <ac:picMkLst>
            <pc:docMk/>
            <pc:sldMk cId="3907459342" sldId="274"/>
            <ac:picMk id="5" creationId="{0967E203-AE72-B82B-C416-01C4F00DEF00}"/>
          </ac:picMkLst>
        </pc:picChg>
      </pc:sldChg>
    </pc:docChg>
  </pc:docChgLst>
  <pc:docChgLst>
    <pc:chgData name="Hoang Giang Dang" userId="S::hdang23@my.centennialcollege.ca::405d5a7e-e622-485f-8600-43d568409177" providerId="AD" clId="Web-{5258E8A5-98A5-93BB-16BD-1A75E9381D5E}"/>
    <pc:docChg chg="modSld">
      <pc:chgData name="Hoang Giang Dang" userId="S::hdang23@my.centennialcollege.ca::405d5a7e-e622-485f-8600-43d568409177" providerId="AD" clId="Web-{5258E8A5-98A5-93BB-16BD-1A75E9381D5E}" dt="2024-04-10T19:17:31.860" v="6"/>
      <pc:docMkLst>
        <pc:docMk/>
      </pc:docMkLst>
      <pc:sldChg chg="modSp">
        <pc:chgData name="Hoang Giang Dang" userId="S::hdang23@my.centennialcollege.ca::405d5a7e-e622-485f-8600-43d568409177" providerId="AD" clId="Web-{5258E8A5-98A5-93BB-16BD-1A75E9381D5E}" dt="2024-04-10T19:17:31.860" v="6"/>
        <pc:sldMkLst>
          <pc:docMk/>
          <pc:sldMk cId="0" sldId="265"/>
        </pc:sldMkLst>
        <pc:graphicFrameChg chg="mod modGraphic">
          <ac:chgData name="Hoang Giang Dang" userId="S::hdang23@my.centennialcollege.ca::405d5a7e-e622-485f-8600-43d568409177" providerId="AD" clId="Web-{5258E8A5-98A5-93BB-16BD-1A75E9381D5E}" dt="2024-04-10T19:17:31.860" v="6"/>
          <ac:graphicFrameMkLst>
            <pc:docMk/>
            <pc:sldMk cId="0" sldId="265"/>
            <ac:graphicFrameMk id="5" creationId="{00000000-0000-0000-0000-000000000000}"/>
          </ac:graphicFrameMkLst>
        </pc:graphicFrameChg>
      </pc:sldChg>
      <pc:sldChg chg="modSp">
        <pc:chgData name="Hoang Giang Dang" userId="S::hdang23@my.centennialcollege.ca::405d5a7e-e622-485f-8600-43d568409177" providerId="AD" clId="Web-{5258E8A5-98A5-93BB-16BD-1A75E9381D5E}" dt="2024-04-10T19:12:47.678" v="0" actId="20577"/>
        <pc:sldMkLst>
          <pc:docMk/>
          <pc:sldMk cId="629304296" sldId="272"/>
        </pc:sldMkLst>
        <pc:spChg chg="mod">
          <ac:chgData name="Hoang Giang Dang" userId="S::hdang23@my.centennialcollege.ca::405d5a7e-e622-485f-8600-43d568409177" providerId="AD" clId="Web-{5258E8A5-98A5-93BB-16BD-1A75E9381D5E}" dt="2024-04-10T19:12:47.678" v="0" actId="20577"/>
          <ac:spMkLst>
            <pc:docMk/>
            <pc:sldMk cId="629304296" sldId="272"/>
            <ac:spMk id="2" creationId="{00000000-0000-0000-0000-000000000000}"/>
          </ac:spMkLst>
        </pc:spChg>
      </pc:sldChg>
    </pc:docChg>
  </pc:docChgLst>
  <pc:docChgLst>
    <pc:chgData clId="Web-{04CA6819-E246-2E11-5589-6B743F63D150}"/>
    <pc:docChg chg="modSld">
      <pc:chgData name="" userId="" providerId="" clId="Web-{04CA6819-E246-2E11-5589-6B743F63D150}" dt="2024-03-27T19:36:34.099" v="10" actId="20577"/>
      <pc:docMkLst>
        <pc:docMk/>
      </pc:docMkLst>
      <pc:sldChg chg="modSp">
        <pc:chgData name="" userId="" providerId="" clId="Web-{04CA6819-E246-2E11-5589-6B743F63D150}" dt="2024-03-27T19:36:34.099" v="10" actId="20577"/>
        <pc:sldMkLst>
          <pc:docMk/>
          <pc:sldMk cId="0" sldId="259"/>
        </pc:sldMkLst>
        <pc:spChg chg="mod">
          <ac:chgData name="" userId="" providerId="" clId="Web-{04CA6819-E246-2E11-5589-6B743F63D150}" dt="2024-03-27T19:36:34.099" v="10" actId="20577"/>
          <ac:spMkLst>
            <pc:docMk/>
            <pc:sldMk cId="0" sldId="259"/>
            <ac:spMk id="2" creationId="{00000000-0000-0000-0000-000000000000}"/>
          </ac:spMkLst>
        </pc:spChg>
      </pc:sldChg>
    </pc:docChg>
  </pc:docChgLst>
  <pc:docChgLst>
    <pc:chgData name="Hoang Giang Dang" userId="S::hdang23@my.centennialcollege.ca::405d5a7e-e622-485f-8600-43d568409177" providerId="AD" clId="Web-{5F7FCA9E-9A7C-435D-B7D3-F93CB6B374B8}"/>
    <pc:docChg chg="delSld modSld">
      <pc:chgData name="Hoang Giang Dang" userId="S::hdang23@my.centennialcollege.ca::405d5a7e-e622-485f-8600-43d568409177" providerId="AD" clId="Web-{5F7FCA9E-9A7C-435D-B7D3-F93CB6B374B8}" dt="2024-04-05T02:50:28.978" v="213"/>
      <pc:docMkLst>
        <pc:docMk/>
      </pc:docMkLst>
      <pc:sldChg chg="addSp delSp modSp">
        <pc:chgData name="Hoang Giang Dang" userId="S::hdang23@my.centennialcollege.ca::405d5a7e-e622-485f-8600-43d568409177" providerId="AD" clId="Web-{5F7FCA9E-9A7C-435D-B7D3-F93CB6B374B8}" dt="2024-04-05T02:50:19.665" v="212" actId="1076"/>
        <pc:sldMkLst>
          <pc:docMk/>
          <pc:sldMk cId="0" sldId="267"/>
        </pc:sldMkLst>
        <pc:spChg chg="add del">
          <ac:chgData name="Hoang Giang Dang" userId="S::hdang23@my.centennialcollege.ca::405d5a7e-e622-485f-8600-43d568409177" providerId="AD" clId="Web-{5F7FCA9E-9A7C-435D-B7D3-F93CB6B374B8}" dt="2024-04-05T02:41:48.146" v="6"/>
          <ac:spMkLst>
            <pc:docMk/>
            <pc:sldMk cId="0" sldId="267"/>
            <ac:spMk id="3" creationId="{24579BB7-2A95-8789-8AE4-FC21D1A8A99A}"/>
          </ac:spMkLst>
        </pc:spChg>
        <pc:graphicFrameChg chg="add del mod">
          <ac:chgData name="Hoang Giang Dang" userId="S::hdang23@my.centennialcollege.ca::405d5a7e-e622-485f-8600-43d568409177" providerId="AD" clId="Web-{5F7FCA9E-9A7C-435D-B7D3-F93CB6B374B8}" dt="2024-04-05T02:41:13.005" v="2"/>
          <ac:graphicFrameMkLst>
            <pc:docMk/>
            <pc:sldMk cId="0" sldId="267"/>
            <ac:graphicFrameMk id="6" creationId="{5D1B549C-0D0D-BFEC-CBE8-B1CAE8F92408}"/>
          </ac:graphicFrameMkLst>
        </pc:graphicFrameChg>
        <pc:graphicFrameChg chg="add del mod modGraphic">
          <ac:chgData name="Hoang Giang Dang" userId="S::hdang23@my.centennialcollege.ca::405d5a7e-e622-485f-8600-43d568409177" providerId="AD" clId="Web-{5F7FCA9E-9A7C-435D-B7D3-F93CB6B374B8}" dt="2024-04-05T02:42:39.226" v="9"/>
          <ac:graphicFrameMkLst>
            <pc:docMk/>
            <pc:sldMk cId="0" sldId="267"/>
            <ac:graphicFrameMk id="7" creationId="{E7E44FF2-B4B2-40D6-9A57-12350971EE28}"/>
          </ac:graphicFrameMkLst>
        </pc:graphicFrameChg>
        <pc:graphicFrameChg chg="add mod modGraphic">
          <ac:chgData name="Hoang Giang Dang" userId="S::hdang23@my.centennialcollege.ca::405d5a7e-e622-485f-8600-43d568409177" providerId="AD" clId="Web-{5F7FCA9E-9A7C-435D-B7D3-F93CB6B374B8}" dt="2024-04-05T02:50:19.665" v="212" actId="1076"/>
          <ac:graphicFrameMkLst>
            <pc:docMk/>
            <pc:sldMk cId="0" sldId="267"/>
            <ac:graphicFrameMk id="9" creationId="{74E367FB-ABE0-14BB-6455-8EB8C9058655}"/>
          </ac:graphicFrameMkLst>
        </pc:graphicFrameChg>
      </pc:sldChg>
      <pc:sldChg chg="del">
        <pc:chgData name="Hoang Giang Dang" userId="S::hdang23@my.centennialcollege.ca::405d5a7e-e622-485f-8600-43d568409177" providerId="AD" clId="Web-{5F7FCA9E-9A7C-435D-B7D3-F93CB6B374B8}" dt="2024-04-05T02:50:28.978" v="213"/>
        <pc:sldMkLst>
          <pc:docMk/>
          <pc:sldMk cId="1938935580" sldId="270"/>
        </pc:sldMkLst>
      </pc:sldChg>
      <pc:sldChg chg="addSp modSp">
        <pc:chgData name="Hoang Giang Dang" userId="S::hdang23@my.centennialcollege.ca::405d5a7e-e622-485f-8600-43d568409177" providerId="AD" clId="Web-{5F7FCA9E-9A7C-435D-B7D3-F93CB6B374B8}" dt="2024-04-05T02:50:09.462" v="210" actId="1076"/>
        <pc:sldMkLst>
          <pc:docMk/>
          <pc:sldMk cId="2722754110" sldId="273"/>
        </pc:sldMkLst>
        <pc:graphicFrameChg chg="add mod modGraphic">
          <ac:chgData name="Hoang Giang Dang" userId="S::hdang23@my.centennialcollege.ca::405d5a7e-e622-485f-8600-43d568409177" providerId="AD" clId="Web-{5F7FCA9E-9A7C-435D-B7D3-F93CB6B374B8}" dt="2024-04-05T02:50:09.462" v="210" actId="1076"/>
          <ac:graphicFrameMkLst>
            <pc:docMk/>
            <pc:sldMk cId="2722754110" sldId="273"/>
            <ac:graphicFrameMk id="5" creationId="{13E25C0A-0A4B-6BBD-7029-83AA09876AD8}"/>
          </ac:graphicFrameMkLst>
        </pc:graphicFrameChg>
      </pc:sldChg>
    </pc:docChg>
  </pc:docChgLst>
  <pc:docChgLst>
    <pc:chgData name="Kuan-Wei Han" userId="S::khan12@my.centennialcollege.ca::1bfcc68f-c22a-4f21-b1e5-1000971da04d" providerId="AD" clId="Web-{83932CE2-630F-E66B-4ADE-CEA9EABD242C}"/>
    <pc:docChg chg="modSld">
      <pc:chgData name="Kuan-Wei Han" userId="S::khan12@my.centennialcollege.ca::1bfcc68f-c22a-4f21-b1e5-1000971da04d" providerId="AD" clId="Web-{83932CE2-630F-E66B-4ADE-CEA9EABD242C}" dt="2024-04-10T17:43:18.150" v="1"/>
      <pc:docMkLst>
        <pc:docMk/>
      </pc:docMkLst>
      <pc:sldChg chg="modSp">
        <pc:chgData name="Kuan-Wei Han" userId="S::khan12@my.centennialcollege.ca::1bfcc68f-c22a-4f21-b1e5-1000971da04d" providerId="AD" clId="Web-{83932CE2-630F-E66B-4ADE-CEA9EABD242C}" dt="2024-04-10T17:43:18.150" v="1"/>
        <pc:sldMkLst>
          <pc:docMk/>
          <pc:sldMk cId="2722754110" sldId="273"/>
        </pc:sldMkLst>
        <pc:graphicFrameChg chg="mod modGraphic">
          <ac:chgData name="Kuan-Wei Han" userId="S::khan12@my.centennialcollege.ca::1bfcc68f-c22a-4f21-b1e5-1000971da04d" providerId="AD" clId="Web-{83932CE2-630F-E66B-4ADE-CEA9EABD242C}" dt="2024-04-10T17:43:18.150" v="1"/>
          <ac:graphicFrameMkLst>
            <pc:docMk/>
            <pc:sldMk cId="2722754110" sldId="273"/>
            <ac:graphicFrameMk id="5" creationId="{13E25C0A-0A4B-6BBD-7029-83AA09876AD8}"/>
          </ac:graphicFrameMkLst>
        </pc:graphicFrameChg>
      </pc:sldChg>
    </pc:docChg>
  </pc:docChgLst>
  <pc:docChgLst>
    <pc:chgData name="Hoang Giang Dang" userId="S::hdang23@my.centennialcollege.ca::405d5a7e-e622-485f-8600-43d568409177" providerId="AD" clId="Web-{71025595-0A0C-8E74-6B7F-AB56E99C6996}"/>
    <pc:docChg chg="modSld">
      <pc:chgData name="Hoang Giang Dang" userId="S::hdang23@my.centennialcollege.ca::405d5a7e-e622-485f-8600-43d568409177" providerId="AD" clId="Web-{71025595-0A0C-8E74-6B7F-AB56E99C6996}" dt="2024-04-10T19:37:54.760" v="42"/>
      <pc:docMkLst>
        <pc:docMk/>
      </pc:docMkLst>
      <pc:sldChg chg="modSp">
        <pc:chgData name="Hoang Giang Dang" userId="S::hdang23@my.centennialcollege.ca::405d5a7e-e622-485f-8600-43d568409177" providerId="AD" clId="Web-{71025595-0A0C-8E74-6B7F-AB56E99C6996}" dt="2024-04-10T19:37:54.760" v="42"/>
        <pc:sldMkLst>
          <pc:docMk/>
          <pc:sldMk cId="0" sldId="265"/>
        </pc:sldMkLst>
        <pc:graphicFrameChg chg="mod modGraphic">
          <ac:chgData name="Hoang Giang Dang" userId="S::hdang23@my.centennialcollege.ca::405d5a7e-e622-485f-8600-43d568409177" providerId="AD" clId="Web-{71025595-0A0C-8E74-6B7F-AB56E99C6996}" dt="2024-04-10T19:37:54.760" v="42"/>
          <ac:graphicFrameMkLst>
            <pc:docMk/>
            <pc:sldMk cId="0" sldId="265"/>
            <ac:graphicFrameMk id="5" creationId="{00000000-0000-0000-0000-000000000000}"/>
          </ac:graphicFrameMkLst>
        </pc:graphicFrameChg>
      </pc:sldChg>
    </pc:docChg>
  </pc:docChgLst>
  <pc:docChgLst>
    <pc:chgData name="Rohaan Talpur" userId="S::rtalpur1@my.centennialcollege.ca::34bbfe8c-a986-4fab-8401-bede105b6f88" providerId="AD" clId="Web-{42D7D9B8-AF2B-4776-CABE-072B16202819}"/>
    <pc:docChg chg="modSld">
      <pc:chgData name="Rohaan Talpur" userId="S::rtalpur1@my.centennialcollege.ca::34bbfe8c-a986-4fab-8401-bede105b6f88" providerId="AD" clId="Web-{42D7D9B8-AF2B-4776-CABE-072B16202819}" dt="2024-04-10T04:57:47.365" v="8" actId="14100"/>
      <pc:docMkLst>
        <pc:docMk/>
      </pc:docMkLst>
      <pc:sldChg chg="addSp delSp modSp">
        <pc:chgData name="Rohaan Talpur" userId="S::rtalpur1@my.centennialcollege.ca::34bbfe8c-a986-4fab-8401-bede105b6f88" providerId="AD" clId="Web-{42D7D9B8-AF2B-4776-CABE-072B16202819}" dt="2024-04-10T04:57:47.365" v="8" actId="14100"/>
        <pc:sldMkLst>
          <pc:docMk/>
          <pc:sldMk cId="629304296" sldId="272"/>
        </pc:sldMkLst>
        <pc:picChg chg="del">
          <ac:chgData name="Rohaan Talpur" userId="S::rtalpur1@my.centennialcollege.ca::34bbfe8c-a986-4fab-8401-bede105b6f88" providerId="AD" clId="Web-{42D7D9B8-AF2B-4776-CABE-072B16202819}" dt="2024-04-10T04:54:44.345" v="0"/>
          <ac:picMkLst>
            <pc:docMk/>
            <pc:sldMk cId="629304296" sldId="272"/>
            <ac:picMk id="3" creationId="{6C1F022B-16A7-7C7D-4CA4-0D088E9F43C5}"/>
          </ac:picMkLst>
        </pc:picChg>
        <pc:picChg chg="add del mod">
          <ac:chgData name="Rohaan Talpur" userId="S::rtalpur1@my.centennialcollege.ca::34bbfe8c-a986-4fab-8401-bede105b6f88" providerId="AD" clId="Web-{42D7D9B8-AF2B-4776-CABE-072B16202819}" dt="2024-04-10T04:57:13.521" v="4"/>
          <ac:picMkLst>
            <pc:docMk/>
            <pc:sldMk cId="629304296" sldId="272"/>
            <ac:picMk id="6" creationId="{5C8E0056-EDB2-A9E5-E058-27AE42C70BE3}"/>
          </ac:picMkLst>
        </pc:picChg>
        <pc:picChg chg="add mod">
          <ac:chgData name="Rohaan Talpur" userId="S::rtalpur1@my.centennialcollege.ca::34bbfe8c-a986-4fab-8401-bede105b6f88" providerId="AD" clId="Web-{42D7D9B8-AF2B-4776-CABE-072B16202819}" dt="2024-04-10T04:57:47.365" v="8" actId="14100"/>
          <ac:picMkLst>
            <pc:docMk/>
            <pc:sldMk cId="629304296" sldId="272"/>
            <ac:picMk id="7" creationId="{A6ED0843-4806-0E71-5D38-43AFB43DA1D3}"/>
          </ac:picMkLst>
        </pc:picChg>
      </pc:sldChg>
    </pc:docChg>
  </pc:docChgLst>
  <pc:docChgLst>
    <pc:chgData name="Hoang Giang Dang" userId="S::hdang23@my.centennialcollege.ca::405d5a7e-e622-485f-8600-43d568409177" providerId="AD" clId="Web-{3319CD22-6E17-4ED6-8E6A-7EA7E54A6238}"/>
    <pc:docChg chg="modSld">
      <pc:chgData name="Hoang Giang Dang" userId="S::hdang23@my.centennialcollege.ca::405d5a7e-e622-485f-8600-43d568409177" providerId="AD" clId="Web-{3319CD22-6E17-4ED6-8E6A-7EA7E54A6238}" dt="2024-04-03T14:57:47.395" v="2" actId="20577"/>
      <pc:docMkLst>
        <pc:docMk/>
      </pc:docMkLst>
      <pc:sldChg chg="modSp">
        <pc:chgData name="Hoang Giang Dang" userId="S::hdang23@my.centennialcollege.ca::405d5a7e-e622-485f-8600-43d568409177" providerId="AD" clId="Web-{3319CD22-6E17-4ED6-8E6A-7EA7E54A6238}" dt="2024-04-03T14:57:47.395" v="2" actId="20577"/>
        <pc:sldMkLst>
          <pc:docMk/>
          <pc:sldMk cId="0" sldId="259"/>
        </pc:sldMkLst>
        <pc:spChg chg="mod">
          <ac:chgData name="Hoang Giang Dang" userId="S::hdang23@my.centennialcollege.ca::405d5a7e-e622-485f-8600-43d568409177" providerId="AD" clId="Web-{3319CD22-6E17-4ED6-8E6A-7EA7E54A6238}" dt="2024-04-03T14:57:47.395" v="2" actId="20577"/>
          <ac:spMkLst>
            <pc:docMk/>
            <pc:sldMk cId="0" sldId="259"/>
            <ac:spMk id="2" creationId="{00000000-0000-0000-0000-000000000000}"/>
          </ac:spMkLst>
        </pc:spChg>
      </pc:sldChg>
    </pc:docChg>
  </pc:docChgLst>
  <pc:docChgLst>
    <pc:chgData name="Hoang Giang Dang" userId="S::hdang23@my.centennialcollege.ca::405d5a7e-e622-485f-8600-43d568409177" providerId="AD" clId="Web-{FCF90476-1480-4A70-B3D9-0D9EDD7E3859}"/>
    <pc:docChg chg="modSld">
      <pc:chgData name="Hoang Giang Dang" userId="S::hdang23@my.centennialcollege.ca::405d5a7e-e622-485f-8600-43d568409177" providerId="AD" clId="Web-{FCF90476-1480-4A70-B3D9-0D9EDD7E3859}" dt="2024-03-27T21:21:30.836" v="21" actId="20577"/>
      <pc:docMkLst>
        <pc:docMk/>
      </pc:docMkLst>
      <pc:sldChg chg="modSp">
        <pc:chgData name="Hoang Giang Dang" userId="S::hdang23@my.centennialcollege.ca::405d5a7e-e622-485f-8600-43d568409177" providerId="AD" clId="Web-{FCF90476-1480-4A70-B3D9-0D9EDD7E3859}" dt="2024-03-27T21:21:30.836" v="21" actId="20577"/>
        <pc:sldMkLst>
          <pc:docMk/>
          <pc:sldMk cId="0" sldId="259"/>
        </pc:sldMkLst>
        <pc:spChg chg="mod">
          <ac:chgData name="Hoang Giang Dang" userId="S::hdang23@my.centennialcollege.ca::405d5a7e-e622-485f-8600-43d568409177" providerId="AD" clId="Web-{FCF90476-1480-4A70-B3D9-0D9EDD7E3859}" dt="2024-03-27T21:21:30.836" v="21" actId="20577"/>
          <ac:spMkLst>
            <pc:docMk/>
            <pc:sldMk cId="0" sldId="259"/>
            <ac:spMk id="2" creationId="{00000000-0000-0000-0000-000000000000}"/>
          </ac:spMkLst>
        </pc:spChg>
      </pc:sldChg>
    </pc:docChg>
  </pc:docChgLst>
  <pc:docChgLst>
    <pc:chgData name="Joshua Desroches" userId="c8567a0f-412b-4d4b-adec-a7120e7039e9" providerId="ADAL" clId="{C9AB403F-2B60-49BB-856C-8AA0625A9117}"/>
    <pc:docChg chg="custSel modSld">
      <pc:chgData name="Joshua Desroches" userId="c8567a0f-412b-4d4b-adec-a7120e7039e9" providerId="ADAL" clId="{C9AB403F-2B60-49BB-856C-8AA0625A9117}" dt="2024-04-10T19:17:38.271" v="395" actId="404"/>
      <pc:docMkLst>
        <pc:docMk/>
      </pc:docMkLst>
      <pc:sldChg chg="modSp mod">
        <pc:chgData name="Joshua Desroches" userId="c8567a0f-412b-4d4b-adec-a7120e7039e9" providerId="ADAL" clId="{C9AB403F-2B60-49BB-856C-8AA0625A9117}" dt="2024-04-10T16:03:56.948" v="390"/>
        <pc:sldMkLst>
          <pc:docMk/>
          <pc:sldMk cId="0" sldId="259"/>
        </pc:sldMkLst>
        <pc:spChg chg="mod">
          <ac:chgData name="Joshua Desroches" userId="c8567a0f-412b-4d4b-adec-a7120e7039e9" providerId="ADAL" clId="{C9AB403F-2B60-49BB-856C-8AA0625A9117}" dt="2024-04-10T16:03:56.948" v="390"/>
          <ac:spMkLst>
            <pc:docMk/>
            <pc:sldMk cId="0" sldId="259"/>
            <ac:spMk id="2" creationId="{00000000-0000-0000-0000-000000000000}"/>
          </ac:spMkLst>
        </pc:spChg>
      </pc:sldChg>
      <pc:sldChg chg="modSp mod">
        <pc:chgData name="Joshua Desroches" userId="c8567a0f-412b-4d4b-adec-a7120e7039e9" providerId="ADAL" clId="{C9AB403F-2B60-49BB-856C-8AA0625A9117}" dt="2024-04-10T19:17:38.271" v="395" actId="404"/>
        <pc:sldMkLst>
          <pc:docMk/>
          <pc:sldMk cId="0" sldId="265"/>
        </pc:sldMkLst>
        <pc:graphicFrameChg chg="mod modGraphic">
          <ac:chgData name="Joshua Desroches" userId="c8567a0f-412b-4d4b-adec-a7120e7039e9" providerId="ADAL" clId="{C9AB403F-2B60-49BB-856C-8AA0625A9117}" dt="2024-04-10T19:17:38.271" v="395" actId="404"/>
          <ac:graphicFrameMkLst>
            <pc:docMk/>
            <pc:sldMk cId="0" sldId="265"/>
            <ac:graphicFrameMk id="5" creationId="{00000000-0000-0000-0000-000000000000}"/>
          </ac:graphicFrameMkLst>
        </pc:graphicFrameChg>
      </pc:sldChg>
      <pc:sldChg chg="addSp modSp mod modClrScheme chgLayout">
        <pc:chgData name="Joshua Desroches" userId="c8567a0f-412b-4d4b-adec-a7120e7039e9" providerId="ADAL" clId="{C9AB403F-2B60-49BB-856C-8AA0625A9117}" dt="2024-03-27T17:03:19.007" v="368"/>
        <pc:sldMkLst>
          <pc:docMk/>
          <pc:sldMk cId="0" sldId="266"/>
        </pc:sldMkLst>
        <pc:spChg chg="mod">
          <ac:chgData name="Joshua Desroches" userId="c8567a0f-412b-4d4b-adec-a7120e7039e9" providerId="ADAL" clId="{C9AB403F-2B60-49BB-856C-8AA0625A9117}" dt="2024-03-27T17:02:40.475" v="364" actId="26606"/>
          <ac:spMkLst>
            <pc:docMk/>
            <pc:sldMk cId="0" sldId="266"/>
            <ac:spMk id="2" creationId="{00000000-0000-0000-0000-000000000000}"/>
          </ac:spMkLst>
        </pc:spChg>
        <pc:spChg chg="mod ord">
          <ac:chgData name="Joshua Desroches" userId="c8567a0f-412b-4d4b-adec-a7120e7039e9" providerId="ADAL" clId="{C9AB403F-2B60-49BB-856C-8AA0625A9117}" dt="2024-03-27T17:02:40.475" v="364" actId="26606"/>
          <ac:spMkLst>
            <pc:docMk/>
            <pc:sldMk cId="0" sldId="266"/>
            <ac:spMk id="4" creationId="{00000000-0000-0000-0000-000000000000}"/>
          </ac:spMkLst>
        </pc:spChg>
        <pc:picChg chg="add mod">
          <ac:chgData name="Joshua Desroches" userId="c8567a0f-412b-4d4b-adec-a7120e7039e9" providerId="ADAL" clId="{C9AB403F-2B60-49BB-856C-8AA0625A9117}" dt="2024-03-27T17:02:47.728" v="367" actId="14100"/>
          <ac:picMkLst>
            <pc:docMk/>
            <pc:sldMk cId="0" sldId="266"/>
            <ac:picMk id="3" creationId="{EDEF6B0B-1CD7-7B6B-2A42-45C71CB6C297}"/>
          </ac:picMkLst>
        </pc:picChg>
        <pc:picChg chg="add mod">
          <ac:chgData name="Joshua Desroches" userId="c8567a0f-412b-4d4b-adec-a7120e7039e9" providerId="ADAL" clId="{C9AB403F-2B60-49BB-856C-8AA0625A9117}" dt="2024-03-27T17:03:19.007" v="368"/>
          <ac:picMkLst>
            <pc:docMk/>
            <pc:sldMk cId="0" sldId="266"/>
            <ac:picMk id="5" creationId="{77FF8E11-7C97-7CBE-CDDA-05CC07E813BA}"/>
          </ac:picMkLst>
        </pc:picChg>
      </pc:sldChg>
      <pc:sldChg chg="addSp modSp mod modClrScheme chgLayout">
        <pc:chgData name="Joshua Desroches" userId="c8567a0f-412b-4d4b-adec-a7120e7039e9" providerId="ADAL" clId="{C9AB403F-2B60-49BB-856C-8AA0625A9117}" dt="2024-03-27T16:59:06.064" v="361" actId="14100"/>
        <pc:sldMkLst>
          <pc:docMk/>
          <pc:sldMk cId="3907459342" sldId="274"/>
        </pc:sldMkLst>
        <pc:spChg chg="mod">
          <ac:chgData name="Joshua Desroches" userId="c8567a0f-412b-4d4b-adec-a7120e7039e9" providerId="ADAL" clId="{C9AB403F-2B60-49BB-856C-8AA0625A9117}" dt="2024-03-27T16:53:41.680" v="3" actId="26606"/>
          <ac:spMkLst>
            <pc:docMk/>
            <pc:sldMk cId="3907459342" sldId="274"/>
            <ac:spMk id="2" creationId="{00000000-0000-0000-0000-000000000000}"/>
          </ac:spMkLst>
        </pc:spChg>
        <pc:spChg chg="mod ord">
          <ac:chgData name="Joshua Desroches" userId="c8567a0f-412b-4d4b-adec-a7120e7039e9" providerId="ADAL" clId="{C9AB403F-2B60-49BB-856C-8AA0625A9117}" dt="2024-03-27T16:53:41.680" v="3" actId="26606"/>
          <ac:spMkLst>
            <pc:docMk/>
            <pc:sldMk cId="3907459342" sldId="274"/>
            <ac:spMk id="4" creationId="{00000000-0000-0000-0000-000000000000}"/>
          </ac:spMkLst>
        </pc:spChg>
        <pc:picChg chg="add mod modCrop">
          <ac:chgData name="Joshua Desroches" userId="c8567a0f-412b-4d4b-adec-a7120e7039e9" providerId="ADAL" clId="{C9AB403F-2B60-49BB-856C-8AA0625A9117}" dt="2024-03-27T16:59:06.064" v="361" actId="14100"/>
          <ac:picMkLst>
            <pc:docMk/>
            <pc:sldMk cId="3907459342" sldId="274"/>
            <ac:picMk id="3" creationId="{316C092E-B0EA-4F4D-7CD2-F217126E2CE8}"/>
          </ac:picMkLst>
        </pc:picChg>
      </pc:sldChg>
    </pc:docChg>
  </pc:docChgLst>
  <pc:docChgLst>
    <pc:chgData name="Julian Quan Fun" userId="S::jquanfun@my.centennialcollege.ca::74bb577d-abf3-49a7-b044-801686a06565" providerId="AD" clId="Web-{BCEE0273-A567-B3B8-6A0D-38824C9B8F6C}"/>
    <pc:docChg chg="modSld">
      <pc:chgData name="Julian Quan Fun" userId="S::jquanfun@my.centennialcollege.ca::74bb577d-abf3-49a7-b044-801686a06565" providerId="AD" clId="Web-{BCEE0273-A567-B3B8-6A0D-38824C9B8F6C}" dt="2024-04-09T22:39:46.494" v="6" actId="1076"/>
      <pc:docMkLst>
        <pc:docMk/>
      </pc:docMkLst>
      <pc:sldChg chg="modSp">
        <pc:chgData name="Julian Quan Fun" userId="S::jquanfun@my.centennialcollege.ca::74bb577d-abf3-49a7-b044-801686a06565" providerId="AD" clId="Web-{BCEE0273-A567-B3B8-6A0D-38824C9B8F6C}" dt="2024-04-09T22:36:29.474" v="3" actId="20577"/>
        <pc:sldMkLst>
          <pc:docMk/>
          <pc:sldMk cId="0" sldId="259"/>
        </pc:sldMkLst>
        <pc:spChg chg="mod">
          <ac:chgData name="Julian Quan Fun" userId="S::jquanfun@my.centennialcollege.ca::74bb577d-abf3-49a7-b044-801686a06565" providerId="AD" clId="Web-{BCEE0273-A567-B3B8-6A0D-38824C9B8F6C}" dt="2024-04-09T22:36:29.474" v="3" actId="20577"/>
          <ac:spMkLst>
            <pc:docMk/>
            <pc:sldMk cId="0" sldId="259"/>
            <ac:spMk id="2" creationId="{00000000-0000-0000-0000-000000000000}"/>
          </ac:spMkLst>
        </pc:spChg>
      </pc:sldChg>
      <pc:sldChg chg="addSp modSp">
        <pc:chgData name="Julian Quan Fun" userId="S::jquanfun@my.centennialcollege.ca::74bb577d-abf3-49a7-b044-801686a06565" providerId="AD" clId="Web-{BCEE0273-A567-B3B8-6A0D-38824C9B8F6C}" dt="2024-04-09T22:39:46.494" v="6" actId="1076"/>
        <pc:sldMkLst>
          <pc:docMk/>
          <pc:sldMk cId="629304296" sldId="271"/>
        </pc:sldMkLst>
        <pc:picChg chg="add mod">
          <ac:chgData name="Julian Quan Fun" userId="S::jquanfun@my.centennialcollege.ca::74bb577d-abf3-49a7-b044-801686a06565" providerId="AD" clId="Web-{BCEE0273-A567-B3B8-6A0D-38824C9B8F6C}" dt="2024-04-09T22:39:46.494" v="6" actId="1076"/>
          <ac:picMkLst>
            <pc:docMk/>
            <pc:sldMk cId="629304296" sldId="271"/>
            <ac:picMk id="4" creationId="{B3785C38-6358-B004-B026-451F6EA0E670}"/>
          </ac:picMkLst>
        </pc:picChg>
      </pc:sldChg>
    </pc:docChg>
  </pc:docChgLst>
  <pc:docChgLst>
    <pc:chgData name="Rohaan Talpur" userId="S::rtalpur1@my.centennialcollege.ca::34bbfe8c-a986-4fab-8401-bede105b6f88" providerId="AD" clId="Web-{8538DFD3-EA51-1B61-394F-A7F9CA2E27BC}"/>
    <pc:docChg chg="modSld">
      <pc:chgData name="Rohaan Talpur" userId="S::rtalpur1@my.centennialcollege.ca::34bbfe8c-a986-4fab-8401-bede105b6f88" providerId="AD" clId="Web-{8538DFD3-EA51-1B61-394F-A7F9CA2E27BC}" dt="2024-04-03T19:56:04.055" v="45" actId="14100"/>
      <pc:docMkLst>
        <pc:docMk/>
      </pc:docMkLst>
      <pc:sldChg chg="addSp modSp">
        <pc:chgData name="Rohaan Talpur" userId="S::rtalpur1@my.centennialcollege.ca::34bbfe8c-a986-4fab-8401-bede105b6f88" providerId="AD" clId="Web-{8538DFD3-EA51-1B61-394F-A7F9CA2E27BC}" dt="2024-04-03T19:55:31.211" v="42" actId="1076"/>
        <pc:sldMkLst>
          <pc:docMk/>
          <pc:sldMk cId="629304296" sldId="271"/>
        </pc:sldMkLst>
        <pc:picChg chg="add mod">
          <ac:chgData name="Rohaan Talpur" userId="S::rtalpur1@my.centennialcollege.ca::34bbfe8c-a986-4fab-8401-bede105b6f88" providerId="AD" clId="Web-{8538DFD3-EA51-1B61-394F-A7F9CA2E27BC}" dt="2024-04-03T19:55:31.211" v="42" actId="1076"/>
          <ac:picMkLst>
            <pc:docMk/>
            <pc:sldMk cId="629304296" sldId="271"/>
            <ac:picMk id="3" creationId="{529E6F56-1BC3-43FD-4371-F9D45024C46E}"/>
          </ac:picMkLst>
        </pc:picChg>
      </pc:sldChg>
      <pc:sldChg chg="addSp modSp">
        <pc:chgData name="Rohaan Talpur" userId="S::rtalpur1@my.centennialcollege.ca::34bbfe8c-a986-4fab-8401-bede105b6f88" providerId="AD" clId="Web-{8538DFD3-EA51-1B61-394F-A7F9CA2E27BC}" dt="2024-04-03T19:56:04.055" v="45" actId="14100"/>
        <pc:sldMkLst>
          <pc:docMk/>
          <pc:sldMk cId="629304296" sldId="272"/>
        </pc:sldMkLst>
        <pc:spChg chg="add mod">
          <ac:chgData name="Rohaan Talpur" userId="S::rtalpur1@my.centennialcollege.ca::34bbfe8c-a986-4fab-8401-bede105b6f88" providerId="AD" clId="Web-{8538DFD3-EA51-1B61-394F-A7F9CA2E27BC}" dt="2024-04-03T19:54:31.928" v="35" actId="1076"/>
          <ac:spMkLst>
            <pc:docMk/>
            <pc:sldMk cId="629304296" sldId="272"/>
            <ac:spMk id="4" creationId="{5AA9D076-5BF4-F6FF-C637-217046F253ED}"/>
          </ac:spMkLst>
        </pc:spChg>
        <pc:picChg chg="add mod">
          <ac:chgData name="Rohaan Talpur" userId="S::rtalpur1@my.centennialcollege.ca::34bbfe8c-a986-4fab-8401-bede105b6f88" providerId="AD" clId="Web-{8538DFD3-EA51-1B61-394F-A7F9CA2E27BC}" dt="2024-04-03T19:56:04.055" v="45" actId="14100"/>
          <ac:picMkLst>
            <pc:docMk/>
            <pc:sldMk cId="629304296" sldId="272"/>
            <ac:picMk id="3" creationId="{6C1F022B-16A7-7C7D-4CA4-0D088E9F43C5}"/>
          </ac:picMkLst>
        </pc:picChg>
      </pc:sldChg>
    </pc:docChg>
  </pc:docChgLst>
  <pc:docChgLst>
    <pc:chgData name="Hoang Giang Dang" userId="S::hdang23@my.centennialcollege.ca::405d5a7e-e622-485f-8600-43d568409177" providerId="AD" clId="Web-{57452FC2-71B7-3969-BD12-F1282973BF2F}"/>
    <pc:docChg chg="modSld">
      <pc:chgData name="Hoang Giang Dang" userId="S::hdang23@my.centennialcollege.ca::405d5a7e-e622-485f-8600-43d568409177" providerId="AD" clId="Web-{57452FC2-71B7-3969-BD12-F1282973BF2F}" dt="2024-04-09T23:11:02.760" v="33" actId="20577"/>
      <pc:docMkLst>
        <pc:docMk/>
      </pc:docMkLst>
      <pc:sldChg chg="modSp">
        <pc:chgData name="Hoang Giang Dang" userId="S::hdang23@my.centennialcollege.ca::405d5a7e-e622-485f-8600-43d568409177" providerId="AD" clId="Web-{57452FC2-71B7-3969-BD12-F1282973BF2F}" dt="2024-04-09T22:59:07.975" v="1" actId="14100"/>
        <pc:sldMkLst>
          <pc:docMk/>
          <pc:sldMk cId="0" sldId="261"/>
        </pc:sldMkLst>
        <pc:picChg chg="mod">
          <ac:chgData name="Hoang Giang Dang" userId="S::hdang23@my.centennialcollege.ca::405d5a7e-e622-485f-8600-43d568409177" providerId="AD" clId="Web-{57452FC2-71B7-3969-BD12-F1282973BF2F}" dt="2024-04-09T22:59:07.975" v="1" actId="14100"/>
          <ac:picMkLst>
            <pc:docMk/>
            <pc:sldMk cId="0" sldId="261"/>
            <ac:picMk id="8" creationId="{5C0DAA78-1531-E052-5D30-CC4EA8858955}"/>
          </ac:picMkLst>
        </pc:picChg>
      </pc:sldChg>
      <pc:sldChg chg="modSp">
        <pc:chgData name="Hoang Giang Dang" userId="S::hdang23@my.centennialcollege.ca::405d5a7e-e622-485f-8600-43d568409177" providerId="AD" clId="Web-{57452FC2-71B7-3969-BD12-F1282973BF2F}" dt="2024-04-09T23:10:38.196" v="8" actId="20577"/>
        <pc:sldMkLst>
          <pc:docMk/>
          <pc:sldMk cId="0" sldId="265"/>
        </pc:sldMkLst>
        <pc:spChg chg="mod">
          <ac:chgData name="Hoang Giang Dang" userId="S::hdang23@my.centennialcollege.ca::405d5a7e-e622-485f-8600-43d568409177" providerId="AD" clId="Web-{57452FC2-71B7-3969-BD12-F1282973BF2F}" dt="2024-04-09T23:10:38.196" v="8" actId="20577"/>
          <ac:spMkLst>
            <pc:docMk/>
            <pc:sldMk cId="0" sldId="265"/>
            <ac:spMk id="2" creationId="{00000000-0000-0000-0000-000000000000}"/>
          </ac:spMkLst>
        </pc:spChg>
      </pc:sldChg>
      <pc:sldChg chg="modSp">
        <pc:chgData name="Hoang Giang Dang" userId="S::hdang23@my.centennialcollege.ca::405d5a7e-e622-485f-8600-43d568409177" providerId="AD" clId="Web-{57452FC2-71B7-3969-BD12-F1282973BF2F}" dt="2024-04-09T23:10:53.212" v="21" actId="20577"/>
        <pc:sldMkLst>
          <pc:docMk/>
          <pc:sldMk cId="0" sldId="267"/>
        </pc:sldMkLst>
        <pc:spChg chg="mod">
          <ac:chgData name="Hoang Giang Dang" userId="S::hdang23@my.centennialcollege.ca::405d5a7e-e622-485f-8600-43d568409177" providerId="AD" clId="Web-{57452FC2-71B7-3969-BD12-F1282973BF2F}" dt="2024-04-09T23:10:53.212" v="21" actId="20577"/>
          <ac:spMkLst>
            <pc:docMk/>
            <pc:sldMk cId="0" sldId="267"/>
            <ac:spMk id="2" creationId="{00000000-0000-0000-0000-000000000000}"/>
          </ac:spMkLst>
        </pc:spChg>
      </pc:sldChg>
      <pc:sldChg chg="modSp">
        <pc:chgData name="Hoang Giang Dang" userId="S::hdang23@my.centennialcollege.ca::405d5a7e-e622-485f-8600-43d568409177" providerId="AD" clId="Web-{57452FC2-71B7-3969-BD12-F1282973BF2F}" dt="2024-04-09T23:11:02.760" v="33" actId="20577"/>
        <pc:sldMkLst>
          <pc:docMk/>
          <pc:sldMk cId="2722754110" sldId="273"/>
        </pc:sldMkLst>
        <pc:spChg chg="mod">
          <ac:chgData name="Hoang Giang Dang" userId="S::hdang23@my.centennialcollege.ca::405d5a7e-e622-485f-8600-43d568409177" providerId="AD" clId="Web-{57452FC2-71B7-3969-BD12-F1282973BF2F}" dt="2024-04-09T23:11:02.760" v="33" actId="20577"/>
          <ac:spMkLst>
            <pc:docMk/>
            <pc:sldMk cId="2722754110" sldId="273"/>
            <ac:spMk id="2" creationId="{00000000-0000-0000-0000-000000000000}"/>
          </ac:spMkLst>
        </pc:spChg>
      </pc:sldChg>
    </pc:docChg>
  </pc:docChgLst>
  <pc:docChgLst>
    <pc:chgData name="Hoang Giang Dang" userId="S::hdang23@my.centennialcollege.ca::405d5a7e-e622-485f-8600-43d568409177" providerId="AD" clId="Web-{8E77FBB6-9C83-EDBA-C65A-ED5981E23246}"/>
    <pc:docChg chg="modSld">
      <pc:chgData name="Hoang Giang Dang" userId="S::hdang23@my.centennialcollege.ca::405d5a7e-e622-485f-8600-43d568409177" providerId="AD" clId="Web-{8E77FBB6-9C83-EDBA-C65A-ED5981E23246}" dt="2024-04-03T15:13:56.776" v="118" actId="1076"/>
      <pc:docMkLst>
        <pc:docMk/>
      </pc:docMkLst>
      <pc:sldChg chg="addSp delSp modSp">
        <pc:chgData name="Hoang Giang Dang" userId="S::hdang23@my.centennialcollege.ca::405d5a7e-e622-485f-8600-43d568409177" providerId="AD" clId="Web-{8E77FBB6-9C83-EDBA-C65A-ED5981E23246}" dt="2024-04-03T15:06:43.985" v="22" actId="1076"/>
        <pc:sldMkLst>
          <pc:docMk/>
          <pc:sldMk cId="0" sldId="260"/>
        </pc:sldMkLst>
        <pc:spChg chg="mod">
          <ac:chgData name="Hoang Giang Dang" userId="S::hdang23@my.centennialcollege.ca::405d5a7e-e622-485f-8600-43d568409177" providerId="AD" clId="Web-{8E77FBB6-9C83-EDBA-C65A-ED5981E23246}" dt="2024-04-03T15:06:16.813" v="17" actId="20577"/>
          <ac:spMkLst>
            <pc:docMk/>
            <pc:sldMk cId="0" sldId="260"/>
            <ac:spMk id="3" creationId="{00000000-0000-0000-0000-000000000000}"/>
          </ac:spMkLst>
        </pc:spChg>
        <pc:picChg chg="add del mod">
          <ac:chgData name="Hoang Giang Dang" userId="S::hdang23@my.centennialcollege.ca::405d5a7e-e622-485f-8600-43d568409177" providerId="AD" clId="Web-{8E77FBB6-9C83-EDBA-C65A-ED5981E23246}" dt="2024-04-03T15:05:58.484" v="12"/>
          <ac:picMkLst>
            <pc:docMk/>
            <pc:sldMk cId="0" sldId="260"/>
            <ac:picMk id="4" creationId="{AC737F8F-951A-5128-9420-104A725E136B}"/>
          </ac:picMkLst>
        </pc:picChg>
        <pc:picChg chg="add mod">
          <ac:chgData name="Hoang Giang Dang" userId="S::hdang23@my.centennialcollege.ca::405d5a7e-e622-485f-8600-43d568409177" providerId="AD" clId="Web-{8E77FBB6-9C83-EDBA-C65A-ED5981E23246}" dt="2024-04-03T15:06:43.985" v="22" actId="1076"/>
          <ac:picMkLst>
            <pc:docMk/>
            <pc:sldMk cId="0" sldId="260"/>
            <ac:picMk id="6" creationId="{EF3B0DC9-65EB-A864-26E5-4F50673B5061}"/>
          </ac:picMkLst>
        </pc:picChg>
        <pc:picChg chg="add mod">
          <ac:chgData name="Hoang Giang Dang" userId="S::hdang23@my.centennialcollege.ca::405d5a7e-e622-485f-8600-43d568409177" providerId="AD" clId="Web-{8E77FBB6-9C83-EDBA-C65A-ED5981E23246}" dt="2024-04-03T15:06:33.173" v="21" actId="1076"/>
          <ac:picMkLst>
            <pc:docMk/>
            <pc:sldMk cId="0" sldId="260"/>
            <ac:picMk id="7" creationId="{7BDF0061-89EB-FE7B-80B7-43F362BA0B59}"/>
          </ac:picMkLst>
        </pc:picChg>
      </pc:sldChg>
      <pc:sldChg chg="modSp">
        <pc:chgData name="Hoang Giang Dang" userId="S::hdang23@my.centennialcollege.ca::405d5a7e-e622-485f-8600-43d568409177" providerId="AD" clId="Web-{8E77FBB6-9C83-EDBA-C65A-ED5981E23246}" dt="2024-04-03T15:13:56.776" v="118" actId="1076"/>
        <pc:sldMkLst>
          <pc:docMk/>
          <pc:sldMk cId="0" sldId="265"/>
        </pc:sldMkLst>
        <pc:spChg chg="mod">
          <ac:chgData name="Hoang Giang Dang" userId="S::hdang23@my.centennialcollege.ca::405d5a7e-e622-485f-8600-43d568409177" providerId="AD" clId="Web-{8E77FBB6-9C83-EDBA-C65A-ED5981E23246}" dt="2024-04-03T15:13:31.932" v="115" actId="1076"/>
          <ac:spMkLst>
            <pc:docMk/>
            <pc:sldMk cId="0" sldId="265"/>
            <ac:spMk id="2" creationId="{00000000-0000-0000-0000-000000000000}"/>
          </ac:spMkLst>
        </pc:spChg>
        <pc:graphicFrameChg chg="mod modGraphic">
          <ac:chgData name="Hoang Giang Dang" userId="S::hdang23@my.centennialcollege.ca::405d5a7e-e622-485f-8600-43d568409177" providerId="AD" clId="Web-{8E77FBB6-9C83-EDBA-C65A-ED5981E23246}" dt="2024-04-03T15:13:56.776" v="118" actId="1076"/>
          <ac:graphicFrameMkLst>
            <pc:docMk/>
            <pc:sldMk cId="0" sldId="265"/>
            <ac:graphicFrameMk id="5" creationId="{00000000-0000-0000-0000-000000000000}"/>
          </ac:graphicFrameMkLst>
        </pc:graphicFrameChg>
      </pc:sldChg>
    </pc:docChg>
  </pc:docChgLst>
  <pc:docChgLst>
    <pc:chgData name="Hoang Giang Dang" userId="S::hdang23@my.centennialcollege.ca::405d5a7e-e622-485f-8600-43d568409177" providerId="AD" clId="Web-{E8CF9E52-84EE-3515-579B-C92DAA89D37A}"/>
    <pc:docChg chg="modSld sldOrd">
      <pc:chgData name="Hoang Giang Dang" userId="S::hdang23@my.centennialcollege.ca::405d5a7e-e622-485f-8600-43d568409177" providerId="AD" clId="Web-{E8CF9E52-84EE-3515-579B-C92DAA89D37A}" dt="2024-04-10T16:58:17.398" v="261"/>
      <pc:docMkLst>
        <pc:docMk/>
      </pc:docMkLst>
      <pc:sldChg chg="modSp">
        <pc:chgData name="Hoang Giang Dang" userId="S::hdang23@my.centennialcollege.ca::405d5a7e-e622-485f-8600-43d568409177" providerId="AD" clId="Web-{E8CF9E52-84EE-3515-579B-C92DAA89D37A}" dt="2024-04-10T16:32:28.858" v="164" actId="1076"/>
        <pc:sldMkLst>
          <pc:docMk/>
          <pc:sldMk cId="0" sldId="259"/>
        </pc:sldMkLst>
        <pc:spChg chg="mod">
          <ac:chgData name="Hoang Giang Dang" userId="S::hdang23@my.centennialcollege.ca::405d5a7e-e622-485f-8600-43d568409177" providerId="AD" clId="Web-{E8CF9E52-84EE-3515-579B-C92DAA89D37A}" dt="2024-04-10T16:32:28.858" v="164" actId="1076"/>
          <ac:spMkLst>
            <pc:docMk/>
            <pc:sldMk cId="0" sldId="259"/>
            <ac:spMk id="2" creationId="{00000000-0000-0000-0000-000000000000}"/>
          </ac:spMkLst>
        </pc:spChg>
      </pc:sldChg>
      <pc:sldChg chg="modSp">
        <pc:chgData name="Hoang Giang Dang" userId="S::hdang23@my.centennialcollege.ca::405d5a7e-e622-485f-8600-43d568409177" providerId="AD" clId="Web-{E8CF9E52-84EE-3515-579B-C92DAA89D37A}" dt="2024-04-10T16:33:05.173" v="167" actId="1076"/>
        <pc:sldMkLst>
          <pc:docMk/>
          <pc:sldMk cId="0" sldId="260"/>
        </pc:sldMkLst>
        <pc:picChg chg="mod">
          <ac:chgData name="Hoang Giang Dang" userId="S::hdang23@my.centennialcollege.ca::405d5a7e-e622-485f-8600-43d568409177" providerId="AD" clId="Web-{E8CF9E52-84EE-3515-579B-C92DAA89D37A}" dt="2024-04-10T16:32:55.047" v="165" actId="14100"/>
          <ac:picMkLst>
            <pc:docMk/>
            <pc:sldMk cId="0" sldId="260"/>
            <ac:picMk id="6" creationId="{EF3B0DC9-65EB-A864-26E5-4F50673B5061}"/>
          </ac:picMkLst>
        </pc:picChg>
        <pc:picChg chg="mod">
          <ac:chgData name="Hoang Giang Dang" userId="S::hdang23@my.centennialcollege.ca::405d5a7e-e622-485f-8600-43d568409177" providerId="AD" clId="Web-{E8CF9E52-84EE-3515-579B-C92DAA89D37A}" dt="2024-04-10T16:33:05.173" v="167" actId="1076"/>
          <ac:picMkLst>
            <pc:docMk/>
            <pc:sldMk cId="0" sldId="260"/>
            <ac:picMk id="7" creationId="{7BDF0061-89EB-FE7B-80B7-43F362BA0B59}"/>
          </ac:picMkLst>
        </pc:picChg>
      </pc:sldChg>
      <pc:sldChg chg="modSp">
        <pc:chgData name="Hoang Giang Dang" userId="S::hdang23@my.centennialcollege.ca::405d5a7e-e622-485f-8600-43d568409177" providerId="AD" clId="Web-{E8CF9E52-84EE-3515-579B-C92DAA89D37A}" dt="2024-04-10T14:18:55.782" v="30" actId="1076"/>
        <pc:sldMkLst>
          <pc:docMk/>
          <pc:sldMk cId="0" sldId="266"/>
        </pc:sldMkLst>
        <pc:picChg chg="mod">
          <ac:chgData name="Hoang Giang Dang" userId="S::hdang23@my.centennialcollege.ca::405d5a7e-e622-485f-8600-43d568409177" providerId="AD" clId="Web-{E8CF9E52-84EE-3515-579B-C92DAA89D37A}" dt="2024-04-10T14:18:55.782" v="30" actId="1076"/>
          <ac:picMkLst>
            <pc:docMk/>
            <pc:sldMk cId="0" sldId="266"/>
            <ac:picMk id="3" creationId="{EDEF6B0B-1CD7-7B6B-2A42-45C71CB6C297}"/>
          </ac:picMkLst>
        </pc:picChg>
      </pc:sldChg>
      <pc:sldChg chg="modSp">
        <pc:chgData name="Hoang Giang Dang" userId="S::hdang23@my.centennialcollege.ca::405d5a7e-e622-485f-8600-43d568409177" providerId="AD" clId="Web-{E8CF9E52-84EE-3515-579B-C92DAA89D37A}" dt="2024-04-10T16:58:17.398" v="261"/>
        <pc:sldMkLst>
          <pc:docMk/>
          <pc:sldMk cId="0" sldId="267"/>
        </pc:sldMkLst>
        <pc:graphicFrameChg chg="mod modGraphic">
          <ac:chgData name="Hoang Giang Dang" userId="S::hdang23@my.centennialcollege.ca::405d5a7e-e622-485f-8600-43d568409177" providerId="AD" clId="Web-{E8CF9E52-84EE-3515-579B-C92DAA89D37A}" dt="2024-04-10T16:58:17.398" v="261"/>
          <ac:graphicFrameMkLst>
            <pc:docMk/>
            <pc:sldMk cId="0" sldId="267"/>
            <ac:graphicFrameMk id="9" creationId="{74E367FB-ABE0-14BB-6455-8EB8C9058655}"/>
          </ac:graphicFrameMkLst>
        </pc:graphicFrameChg>
      </pc:sldChg>
      <pc:sldChg chg="modSp">
        <pc:chgData name="Hoang Giang Dang" userId="S::hdang23@my.centennialcollege.ca::405d5a7e-e622-485f-8600-43d568409177" providerId="AD" clId="Web-{E8CF9E52-84EE-3515-579B-C92DAA89D37A}" dt="2024-04-10T14:13:43.034" v="27" actId="20577"/>
        <pc:sldMkLst>
          <pc:docMk/>
          <pc:sldMk cId="629304296" sldId="271"/>
        </pc:sldMkLst>
        <pc:spChg chg="mod">
          <ac:chgData name="Hoang Giang Dang" userId="S::hdang23@my.centennialcollege.ca::405d5a7e-e622-485f-8600-43d568409177" providerId="AD" clId="Web-{E8CF9E52-84EE-3515-579B-C92DAA89D37A}" dt="2024-04-10T14:13:43.034" v="27" actId="20577"/>
          <ac:spMkLst>
            <pc:docMk/>
            <pc:sldMk cId="629304296" sldId="271"/>
            <ac:spMk id="2" creationId="{00000000-0000-0000-0000-000000000000}"/>
          </ac:spMkLst>
        </pc:spChg>
      </pc:sldChg>
      <pc:sldChg chg="modSp">
        <pc:chgData name="Hoang Giang Dang" userId="S::hdang23@my.centennialcollege.ca::405d5a7e-e622-485f-8600-43d568409177" providerId="AD" clId="Web-{E8CF9E52-84EE-3515-579B-C92DAA89D37A}" dt="2024-04-10T16:51:06.416" v="199"/>
        <pc:sldMkLst>
          <pc:docMk/>
          <pc:sldMk cId="2722754110" sldId="273"/>
        </pc:sldMkLst>
        <pc:graphicFrameChg chg="mod modGraphic">
          <ac:chgData name="Hoang Giang Dang" userId="S::hdang23@my.centennialcollege.ca::405d5a7e-e622-485f-8600-43d568409177" providerId="AD" clId="Web-{E8CF9E52-84EE-3515-579B-C92DAA89D37A}" dt="2024-04-10T16:51:06.416" v="199"/>
          <ac:graphicFrameMkLst>
            <pc:docMk/>
            <pc:sldMk cId="2722754110" sldId="273"/>
            <ac:graphicFrameMk id="5" creationId="{13E25C0A-0A4B-6BBD-7029-83AA09876AD8}"/>
          </ac:graphicFrameMkLst>
        </pc:graphicFrameChg>
      </pc:sldChg>
      <pc:sldChg chg="ord">
        <pc:chgData name="Hoang Giang Dang" userId="S::hdang23@my.centennialcollege.ca::405d5a7e-e622-485f-8600-43d568409177" providerId="AD" clId="Web-{E8CF9E52-84EE-3515-579B-C92DAA89D37A}" dt="2024-04-10T14:18:06.470" v="29"/>
        <pc:sldMkLst>
          <pc:docMk/>
          <pc:sldMk cId="3907459342" sldId="274"/>
        </pc:sldMkLst>
      </pc:sldChg>
    </pc:docChg>
  </pc:docChgLst>
  <pc:docChgLst>
    <pc:chgData name="Rohaan Talpur" userId="S::rtalpur1@my.centennialcollege.ca::34bbfe8c-a986-4fab-8401-bede105b6f88" providerId="AD" clId="Web-{93BD42B9-92FC-01BA-0213-52075925B483}"/>
    <pc:docChg chg="modSld">
      <pc:chgData name="Rohaan Talpur" userId="S::rtalpur1@my.centennialcollege.ca::34bbfe8c-a986-4fab-8401-bede105b6f88" providerId="AD" clId="Web-{93BD42B9-92FC-01BA-0213-52075925B483}" dt="2024-04-10T19:41:03.983" v="6" actId="14100"/>
      <pc:docMkLst>
        <pc:docMk/>
      </pc:docMkLst>
      <pc:sldChg chg="addSp delSp modSp">
        <pc:chgData name="Rohaan Talpur" userId="S::rtalpur1@my.centennialcollege.ca::34bbfe8c-a986-4fab-8401-bede105b6f88" providerId="AD" clId="Web-{93BD42B9-92FC-01BA-0213-52075925B483}" dt="2024-04-10T19:41:03.983" v="6" actId="14100"/>
        <pc:sldMkLst>
          <pc:docMk/>
          <pc:sldMk cId="629304296" sldId="272"/>
        </pc:sldMkLst>
        <pc:picChg chg="add mod">
          <ac:chgData name="Rohaan Talpur" userId="S::rtalpur1@my.centennialcollege.ca::34bbfe8c-a986-4fab-8401-bede105b6f88" providerId="AD" clId="Web-{93BD42B9-92FC-01BA-0213-52075925B483}" dt="2024-04-10T19:41:03.983" v="6" actId="14100"/>
          <ac:picMkLst>
            <pc:docMk/>
            <pc:sldMk cId="629304296" sldId="272"/>
            <ac:picMk id="3" creationId="{EF4D9279-7FE2-D83E-295A-277581A686FF}"/>
          </ac:picMkLst>
        </pc:picChg>
        <pc:picChg chg="del">
          <ac:chgData name="Rohaan Talpur" userId="S::rtalpur1@my.centennialcollege.ca::34bbfe8c-a986-4fab-8401-bede105b6f88" providerId="AD" clId="Web-{93BD42B9-92FC-01BA-0213-52075925B483}" dt="2024-04-10T19:40:32.466" v="0"/>
          <ac:picMkLst>
            <pc:docMk/>
            <pc:sldMk cId="629304296" sldId="272"/>
            <ac:picMk id="7" creationId="{A6ED0843-4806-0E71-5D38-43AFB43DA1D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4704" tIns="47352" rIns="94704" bIns="47352"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12390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4704" tIns="47352" rIns="94704" bIns="47352"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12390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4704" tIns="47352" rIns="94704" bIns="47352"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12390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4704" tIns="47352" rIns="94704" bIns="47352" numCol="1" anchor="b" anchorCtr="0" compatLnSpc="1">
            <a:prstTxWarp prst="textNoShape">
              <a:avLst/>
            </a:prstTxWarp>
          </a:bodyPr>
          <a:lstStyle>
            <a:lvl1pPr algn="r" eaLnBrk="1" hangingPunct="1">
              <a:defRPr sz="1200">
                <a:latin typeface="Arial" charset="0"/>
              </a:defRPr>
            </a:lvl1pPr>
          </a:lstStyle>
          <a:p>
            <a:pPr>
              <a:defRPr/>
            </a:pPr>
            <a:fld id="{24DA9B94-1FF0-4D30-A1D7-DC7FA1BF3B8A}" type="slidenum">
              <a:rPr lang="en-US"/>
              <a:pPr>
                <a:defRPr/>
              </a:pPr>
              <a:t>‹#›</a:t>
            </a:fld>
            <a:endParaRPr lang="en-US"/>
          </a:p>
        </p:txBody>
      </p:sp>
    </p:spTree>
    <p:extLst>
      <p:ext uri="{BB962C8B-B14F-4D97-AF65-F5344CB8AC3E}">
        <p14:creationId xmlns:p14="http://schemas.microsoft.com/office/powerpoint/2010/main" val="17000013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lvl1pPr defTabSz="966774"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lvl1pPr algn="r" defTabSz="966774" eaLnBrk="1" hangingPunct="1">
              <a:defRPr sz="1200">
                <a:latin typeface="Arial" charset="0"/>
              </a:defRPr>
            </a:lvl1pPr>
          </a:lstStyle>
          <a:p>
            <a:pPr>
              <a:defRPr/>
            </a:pPr>
            <a:endParaRPr lang="en-US"/>
          </a:p>
        </p:txBody>
      </p:sp>
      <p:sp>
        <p:nvSpPr>
          <p:cNvPr id="2560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730250" y="4559300"/>
            <a:ext cx="5854700" cy="4321175"/>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6656" tIns="48328" rIns="96656" bIns="48328" numCol="1" anchor="b" anchorCtr="0" compatLnSpc="1">
            <a:prstTxWarp prst="textNoShape">
              <a:avLst/>
            </a:prstTxWarp>
          </a:bodyPr>
          <a:lstStyle>
            <a:lvl1pPr defTabSz="966774"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6656" tIns="48328" rIns="96656" bIns="48328" numCol="1" anchor="b" anchorCtr="0" compatLnSpc="1">
            <a:prstTxWarp prst="textNoShape">
              <a:avLst/>
            </a:prstTxWarp>
          </a:bodyPr>
          <a:lstStyle>
            <a:lvl1pPr algn="r" defTabSz="966774" eaLnBrk="1" hangingPunct="1">
              <a:defRPr sz="1200">
                <a:latin typeface="Arial" charset="0"/>
              </a:defRPr>
            </a:lvl1pPr>
          </a:lstStyle>
          <a:p>
            <a:pPr>
              <a:defRPr/>
            </a:pPr>
            <a:fld id="{4F44EAF3-3EC6-4DD8-99FA-98A4BA766C23}" type="slidenum">
              <a:rPr lang="en-US"/>
              <a:pPr>
                <a:defRPr/>
              </a:pPr>
              <a:t>‹#›</a:t>
            </a:fld>
            <a:endParaRPr lang="en-US"/>
          </a:p>
        </p:txBody>
      </p:sp>
    </p:spTree>
    <p:extLst>
      <p:ext uri="{BB962C8B-B14F-4D97-AF65-F5344CB8AC3E}">
        <p14:creationId xmlns:p14="http://schemas.microsoft.com/office/powerpoint/2010/main" val="358811164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pPr defTabSz="965200"/>
            <a:fld id="{FFD5F2D6-A6D2-4223-AA4D-70FEA63A9A49}" type="slidenum">
              <a:rPr lang="en-US" smtClean="0"/>
              <a:pPr defTabSz="965200"/>
              <a:t>1</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buFont typeface="Wingdings" pitchFamily="2" charset="2"/>
              <a:buNone/>
            </a:pPr>
            <a:r>
              <a:rPr lang="en-US" b="1"/>
              <a:t>Instructions:</a:t>
            </a:r>
            <a:r>
              <a:rPr lang="en-US"/>
              <a:t> </a:t>
            </a:r>
          </a:p>
          <a:p>
            <a:pPr eaLnBrk="1" hangingPunct="1">
              <a:buFont typeface="Wingdings" pitchFamily="2" charset="2"/>
              <a:buNone/>
            </a:pPr>
            <a:r>
              <a:rPr lang="en-US" baseline="0"/>
              <a:t>Customize the black text. Be sure to include the names of all team members.</a:t>
            </a:r>
            <a:endParaRPr lang="en-US"/>
          </a:p>
          <a:p>
            <a:pPr eaLnBrk="1" hangingPunct="1">
              <a:buFont typeface="Wingdings" pitchFamily="2" charset="2"/>
              <a:buNone/>
            </a:pPr>
            <a:r>
              <a:rPr lang="en-US"/>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a:t>Instructions:</a:t>
            </a:r>
            <a:r>
              <a:rPr lang="en-US"/>
              <a:t>  </a:t>
            </a:r>
          </a:p>
          <a:p>
            <a:r>
              <a:rPr lang="en-US"/>
              <a:t>Keep</a:t>
            </a:r>
            <a:r>
              <a:rPr lang="en-US" baseline="0"/>
              <a:t> it direct to the point, take onboard any feedback you got from Part A</a:t>
            </a:r>
            <a:endParaRPr lang="en-US"/>
          </a:p>
        </p:txBody>
      </p:sp>
      <p:sp>
        <p:nvSpPr>
          <p:cNvPr id="4" name="Slide Number Placeholder 3"/>
          <p:cNvSpPr>
            <a:spLocks noGrp="1"/>
          </p:cNvSpPr>
          <p:nvPr>
            <p:ph type="sldNum" sz="quarter" idx="10"/>
          </p:nvPr>
        </p:nvSpPr>
        <p:spPr/>
        <p:txBody>
          <a:bodyPr/>
          <a:lstStyle/>
          <a:p>
            <a:pPr>
              <a:defRPr/>
            </a:pPr>
            <a:fld id="{4F44EAF3-3EC6-4DD8-99FA-98A4BA766C23}"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a:t>Instructions:</a:t>
            </a:r>
            <a:r>
              <a:rPr lang="en-US"/>
              <a:t>  </a:t>
            </a:r>
          </a:p>
          <a:p>
            <a:r>
              <a:rPr lang="en-US"/>
              <a:t>The use case diagram should show all the actors and the sub-systems</a:t>
            </a:r>
            <a:endParaRPr lang="en-US" baseline="0"/>
          </a:p>
        </p:txBody>
      </p:sp>
      <p:sp>
        <p:nvSpPr>
          <p:cNvPr id="4" name="Slide Number Placeholder 3"/>
          <p:cNvSpPr>
            <a:spLocks noGrp="1"/>
          </p:cNvSpPr>
          <p:nvPr>
            <p:ph type="sldNum" sz="quarter" idx="10"/>
          </p:nvPr>
        </p:nvSpPr>
        <p:spPr/>
        <p:txBody>
          <a:bodyPr/>
          <a:lstStyle/>
          <a:p>
            <a:pPr>
              <a:defRPr/>
            </a:pPr>
            <a:fld id="{4F44EAF3-3EC6-4DD8-99FA-98A4BA766C23}"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a:t>Instructions:</a:t>
            </a:r>
            <a:r>
              <a:rPr lang="en-US"/>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a:t>List the top six use cases.  </a:t>
            </a:r>
            <a:r>
              <a:rPr lang="en-US" baseline="0"/>
              <a:t>In your brief description focus on what system response is to user actions</a:t>
            </a:r>
            <a:endParaRPr lang="en-US"/>
          </a:p>
        </p:txBody>
      </p:sp>
      <p:sp>
        <p:nvSpPr>
          <p:cNvPr id="4" name="Slide Number Placeholder 3"/>
          <p:cNvSpPr>
            <a:spLocks noGrp="1"/>
          </p:cNvSpPr>
          <p:nvPr>
            <p:ph type="sldNum" sz="quarter" idx="10"/>
          </p:nvPr>
        </p:nvSpPr>
        <p:spPr/>
        <p:txBody>
          <a:bodyPr/>
          <a:lstStyle/>
          <a:p>
            <a:pPr>
              <a:defRPr/>
            </a:pPr>
            <a:fld id="{4F44EAF3-3EC6-4DD8-99FA-98A4BA766C23}"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a:t>Instructions:</a:t>
            </a:r>
            <a:r>
              <a:rPr lang="en-US"/>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a:t>Present one formal use case description, Clarify how scenario and triggering event applies to your case in addition to system flow with the user.</a:t>
            </a:r>
            <a:endParaRPr lang="en-US"/>
          </a:p>
        </p:txBody>
      </p:sp>
      <p:sp>
        <p:nvSpPr>
          <p:cNvPr id="4" name="Slide Number Placeholder 3"/>
          <p:cNvSpPr>
            <a:spLocks noGrp="1"/>
          </p:cNvSpPr>
          <p:nvPr>
            <p:ph type="sldNum" sz="quarter" idx="10"/>
          </p:nvPr>
        </p:nvSpPr>
        <p:spPr/>
        <p:txBody>
          <a:bodyPr/>
          <a:lstStyle/>
          <a:p>
            <a:pPr>
              <a:defRPr/>
            </a:pPr>
            <a:fld id="{4F44EAF3-3EC6-4DD8-99FA-98A4BA766C23}"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a:t>Instructions:</a:t>
            </a:r>
            <a:r>
              <a:rPr lang="en-US"/>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a:t>Discuss pre-conditions and post conditions of system</a:t>
            </a:r>
            <a:r>
              <a:rPr lang="en-US" baseline="0"/>
              <a:t>.</a:t>
            </a:r>
            <a:endParaRPr lang="en-US"/>
          </a:p>
        </p:txBody>
      </p:sp>
      <p:sp>
        <p:nvSpPr>
          <p:cNvPr id="4" name="Slide Number Placeholder 3"/>
          <p:cNvSpPr>
            <a:spLocks noGrp="1"/>
          </p:cNvSpPr>
          <p:nvPr>
            <p:ph type="sldNum" sz="quarter" idx="10"/>
          </p:nvPr>
        </p:nvSpPr>
        <p:spPr/>
        <p:txBody>
          <a:bodyPr/>
          <a:lstStyle/>
          <a:p>
            <a:pPr>
              <a:defRPr/>
            </a:pPr>
            <a:fld id="{4F44EAF3-3EC6-4DD8-99FA-98A4BA766C23}"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a:t>Instructions:</a:t>
            </a:r>
            <a:r>
              <a:rPr lang="en-US"/>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a:t>Only classes with attributes and relationships (no methods)</a:t>
            </a:r>
          </a:p>
          <a:p>
            <a:pPr marL="0" marR="0" indent="0" algn="l" defTabSz="914400" rtl="0" eaLnBrk="0" fontAlgn="base" latinLnBrk="0" hangingPunct="0">
              <a:lnSpc>
                <a:spcPct val="100000"/>
              </a:lnSpc>
              <a:spcBef>
                <a:spcPct val="30000"/>
              </a:spcBef>
              <a:spcAft>
                <a:spcPct val="0"/>
              </a:spcAft>
              <a:buClrTx/>
              <a:buSzTx/>
              <a:buFontTx/>
              <a:buNone/>
              <a:tabLst/>
              <a:defRPr/>
            </a:pPr>
            <a:r>
              <a:rPr lang="en-US"/>
              <a:t>Discuss why you think these</a:t>
            </a:r>
            <a:r>
              <a:rPr lang="en-US" baseline="0"/>
              <a:t> classes are relevant and the attributes you chose per class, also why you chose  these types of  associations  </a:t>
            </a:r>
          </a:p>
        </p:txBody>
      </p:sp>
      <p:sp>
        <p:nvSpPr>
          <p:cNvPr id="4" name="Slide Number Placeholder 3"/>
          <p:cNvSpPr>
            <a:spLocks noGrp="1"/>
          </p:cNvSpPr>
          <p:nvPr>
            <p:ph type="sldNum" sz="quarter" idx="10"/>
          </p:nvPr>
        </p:nvSpPr>
        <p:spPr/>
        <p:txBody>
          <a:bodyPr/>
          <a:lstStyle/>
          <a:p>
            <a:pPr>
              <a:defRPr/>
            </a:pPr>
            <a:fld id="{4F44EAF3-3EC6-4DD8-99FA-98A4BA766C23}" type="slidenum">
              <a:rPr lang="en-US" smtClean="0"/>
              <a:pPr>
                <a:defRPr/>
              </a:pPr>
              <a:t>7</a:t>
            </a:fld>
            <a:endParaRPr lang="en-US"/>
          </a:p>
        </p:txBody>
      </p:sp>
    </p:spTree>
    <p:extLst>
      <p:ext uri="{BB962C8B-B14F-4D97-AF65-F5344CB8AC3E}">
        <p14:creationId xmlns:p14="http://schemas.microsoft.com/office/powerpoint/2010/main" val="1018415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a:t>Instructions:</a:t>
            </a:r>
            <a:r>
              <a:rPr lang="en-US"/>
              <a:t>  </a:t>
            </a:r>
          </a:p>
          <a:p>
            <a:pPr marL="0" marR="0" indent="0" algn="l" defTabSz="914400" rtl="0" eaLnBrk="0" fontAlgn="base" latinLnBrk="0" hangingPunct="0">
              <a:lnSpc>
                <a:spcPct val="100000"/>
              </a:lnSpc>
              <a:spcBef>
                <a:spcPct val="30000"/>
              </a:spcBef>
              <a:spcAft>
                <a:spcPct val="0"/>
              </a:spcAft>
              <a:buClrTx/>
              <a:buSzTx/>
              <a:buFontTx/>
              <a:buNone/>
              <a:tabLst/>
              <a:defRPr/>
            </a:pPr>
            <a:r>
              <a:rPr lang="en-US"/>
              <a:t>Discuss why you think these</a:t>
            </a:r>
            <a:r>
              <a:rPr lang="en-US" baseline="0"/>
              <a:t> classes are relevant and the methods you chose per class, also why you chose  these types of  associations  </a:t>
            </a:r>
          </a:p>
        </p:txBody>
      </p:sp>
      <p:sp>
        <p:nvSpPr>
          <p:cNvPr id="4" name="Slide Number Placeholder 3"/>
          <p:cNvSpPr>
            <a:spLocks noGrp="1"/>
          </p:cNvSpPr>
          <p:nvPr>
            <p:ph type="sldNum" sz="quarter" idx="10"/>
          </p:nvPr>
        </p:nvSpPr>
        <p:spPr/>
        <p:txBody>
          <a:bodyPr/>
          <a:lstStyle/>
          <a:p>
            <a:pPr>
              <a:defRPr/>
            </a:pPr>
            <a:fld id="{4F44EAF3-3EC6-4DD8-99FA-98A4BA766C23}"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a:t>Instructions : </a:t>
            </a:r>
            <a:r>
              <a:rPr lang="en-US" b="0"/>
              <a:t>Mention the use case name</a:t>
            </a:r>
          </a:p>
          <a:p>
            <a:r>
              <a:rPr lang="en-US" b="0"/>
              <a:t>Set a Hyper link to launch your SD if two large </a:t>
            </a:r>
          </a:p>
          <a:p>
            <a:r>
              <a:rPr lang="en-US" b="0"/>
              <a:t>Show Input / Output messages to and from the system </a:t>
            </a:r>
          </a:p>
          <a:p>
            <a:r>
              <a:rPr lang="en-US"/>
              <a:t>Discuss why you chose it and what value does it add to the project when developers read it</a:t>
            </a:r>
          </a:p>
        </p:txBody>
      </p:sp>
      <p:sp>
        <p:nvSpPr>
          <p:cNvPr id="4" name="Slide Number Placeholder 3"/>
          <p:cNvSpPr>
            <a:spLocks noGrp="1"/>
          </p:cNvSpPr>
          <p:nvPr>
            <p:ph type="sldNum" sz="quarter" idx="10"/>
          </p:nvPr>
        </p:nvSpPr>
        <p:spPr/>
        <p:txBody>
          <a:bodyPr/>
          <a:lstStyle/>
          <a:p>
            <a:pPr>
              <a:defRPr/>
            </a:pPr>
            <a:fld id="{4F44EAF3-3EC6-4DD8-99FA-98A4BA766C23}"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a:t>Instructions:</a:t>
            </a:r>
          </a:p>
          <a:p>
            <a:pPr marL="0" marR="0" indent="0" algn="l" defTabSz="914400" rtl="0" eaLnBrk="0" fontAlgn="base" latinLnBrk="0" hangingPunct="0">
              <a:lnSpc>
                <a:spcPct val="100000"/>
              </a:lnSpc>
              <a:spcBef>
                <a:spcPct val="30000"/>
              </a:spcBef>
              <a:spcAft>
                <a:spcPct val="0"/>
              </a:spcAft>
              <a:buClrTx/>
              <a:buSzTx/>
              <a:buFontTx/>
              <a:buNone/>
              <a:tabLst/>
              <a:defRPr/>
            </a:pPr>
            <a:r>
              <a:rPr lang="en-US" b="0"/>
              <a:t>Mention which object you chose. </a:t>
            </a:r>
          </a:p>
          <a:p>
            <a:pPr marL="0" marR="0" indent="0" algn="l" defTabSz="914400" rtl="0" eaLnBrk="0" fontAlgn="base" latinLnBrk="0" hangingPunct="0">
              <a:lnSpc>
                <a:spcPct val="100000"/>
              </a:lnSpc>
              <a:spcBef>
                <a:spcPct val="30000"/>
              </a:spcBef>
              <a:spcAft>
                <a:spcPct val="0"/>
              </a:spcAft>
              <a:buClrTx/>
              <a:buSzTx/>
              <a:buFontTx/>
              <a:buNone/>
              <a:tabLst/>
              <a:defRPr/>
            </a:pPr>
            <a:r>
              <a:rPr lang="en-US" b="1"/>
              <a:t> </a:t>
            </a:r>
            <a:r>
              <a:rPr lang="en-US" baseline="0"/>
              <a:t>Discuss why you chose this object and what value does the state machine diagram bring</a:t>
            </a:r>
            <a:endParaRPr lang="en-US"/>
          </a:p>
        </p:txBody>
      </p:sp>
      <p:sp>
        <p:nvSpPr>
          <p:cNvPr id="4" name="Slide Number Placeholder 3"/>
          <p:cNvSpPr>
            <a:spLocks noGrp="1"/>
          </p:cNvSpPr>
          <p:nvPr>
            <p:ph type="sldNum" sz="quarter" idx="10"/>
          </p:nvPr>
        </p:nvSpPr>
        <p:spPr/>
        <p:txBody>
          <a:bodyPr/>
          <a:lstStyle/>
          <a:p>
            <a:pPr>
              <a:defRPr/>
            </a:pPr>
            <a:fld id="{4F44EAF3-3EC6-4DD8-99FA-98A4BA766C23}" type="slidenum">
              <a:rPr lang="en-US" smtClean="0"/>
              <a:pPr>
                <a:defRPr/>
              </a:pPr>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US"/>
            </a:p>
          </p:txBody>
        </p:sp>
        <p:sp>
          <p:nvSpPr>
            <p:cNvPr id="8" name="Rectangle 10"/>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18444" name="Rectangle 12"/>
          <p:cNvSpPr>
            <a:spLocks noGrp="1" noChangeArrowheads="1"/>
          </p:cNvSpPr>
          <p:nvPr>
            <p:ph type="ctrTitle"/>
          </p:nvPr>
        </p:nvSpPr>
        <p:spPr>
          <a:xfrm>
            <a:off x="990600" y="1676400"/>
            <a:ext cx="7772400" cy="1462088"/>
          </a:xfrm>
        </p:spPr>
        <p:txBody>
          <a:bodyPr/>
          <a:lstStyle>
            <a:lvl1pPr>
              <a:defRPr/>
            </a:lvl1pPr>
          </a:lstStyle>
          <a:p>
            <a:r>
              <a:rPr lang="en-US"/>
              <a:t>Click to edit Master title style</a:t>
            </a:r>
          </a:p>
        </p:txBody>
      </p:sp>
      <p:sp>
        <p:nvSpPr>
          <p:cNvPr id="18445"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DBD31C90-C29F-40CC-8546-3DCC13C8DC92}"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p:cNvSpPr>
            <a:spLocks noGrp="1" noChangeArrowheads="1"/>
          </p:cNvSpPr>
          <p:nvPr>
            <p:ph type="sldNum" sz="quarter" idx="11"/>
          </p:nvPr>
        </p:nvSpPr>
        <p:spPr>
          <a:ln/>
        </p:spPr>
        <p:txBody>
          <a:bodyPr/>
          <a:lstStyle>
            <a:lvl1pPr>
              <a:defRPr/>
            </a:lvl1pPr>
          </a:lstStyle>
          <a:p>
            <a:pPr>
              <a:defRPr/>
            </a:pPr>
            <a:fld id="{64196DE4-C91C-46FE-96F4-4D8414AA8679}"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28662" y="1214422"/>
            <a:ext cx="4064026" cy="49180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00628" y="1214422"/>
            <a:ext cx="3954460" cy="491809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3"/>
          <p:cNvSpPr>
            <a:spLocks noGrp="1" noChangeArrowheads="1"/>
          </p:cNvSpPr>
          <p:nvPr>
            <p:ph type="sldNum" sz="quarter" idx="11"/>
          </p:nvPr>
        </p:nvSpPr>
        <p:spPr>
          <a:ln/>
        </p:spPr>
        <p:txBody>
          <a:bodyPr/>
          <a:lstStyle>
            <a:lvl1pPr>
              <a:defRPr/>
            </a:lvl1pPr>
          </a:lstStyle>
          <a:p>
            <a:pPr>
              <a:defRPr/>
            </a:pPr>
            <a:fld id="{F38FEFDC-F6FC-45B5-B090-A2DBBDE795F7}"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p:cNvSpPr>
            <a:spLocks noGrp="1" noChangeArrowheads="1"/>
          </p:cNvSpPr>
          <p:nvPr>
            <p:ph type="ftr" sz="quarter" idx="10"/>
          </p:nvPr>
        </p:nvSpPr>
        <p:spPr>
          <a:xfrm>
            <a:off x="1258888" y="6243638"/>
            <a:ext cx="5294312" cy="457200"/>
          </a:xfrm>
          <a:prstGeom prst="rect">
            <a:avLst/>
          </a:prstGeom>
          <a:ln/>
        </p:spPr>
        <p:txBody>
          <a:bodyPr/>
          <a:lstStyle>
            <a:lvl1pPr>
              <a:defRPr/>
            </a:lvl1pPr>
          </a:lstStyle>
          <a:p>
            <a:pPr>
              <a:defRPr/>
            </a:pPr>
            <a:r>
              <a:rPr lang="en-US"/>
              <a:t>February 9, 2009</a:t>
            </a:r>
          </a:p>
        </p:txBody>
      </p:sp>
      <p:sp>
        <p:nvSpPr>
          <p:cNvPr id="4" name="Rectangle 13"/>
          <p:cNvSpPr>
            <a:spLocks noGrp="1" noChangeArrowheads="1"/>
          </p:cNvSpPr>
          <p:nvPr>
            <p:ph type="sldNum" sz="quarter" idx="11"/>
          </p:nvPr>
        </p:nvSpPr>
        <p:spPr>
          <a:ln/>
        </p:spPr>
        <p:txBody>
          <a:bodyPr/>
          <a:lstStyle>
            <a:lvl1pPr>
              <a:defRPr/>
            </a:lvl1pPr>
          </a:lstStyle>
          <a:p>
            <a:pPr>
              <a:defRPr/>
            </a:pPr>
            <a:fld id="{98328C9E-7602-4CE5-B465-F95D14F014B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p:txBody>
          <a:bodyPr/>
          <a:lstStyle>
            <a:lvl1pPr>
              <a:defRPr/>
            </a:lvl1pPr>
          </a:lstStyle>
          <a:p>
            <a:pPr>
              <a:defRPr/>
            </a:pPr>
            <a:fld id="{21DC38F3-DF6C-4ED1-A928-9542F23CEFE3}"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ChangeArrowheads="1"/>
          </p:cNvSpPr>
          <p:nvPr/>
        </p:nvSpPr>
        <p:spPr bwMode="ltGray">
          <a:xfrm>
            <a:off x="500063" y="285750"/>
            <a:ext cx="438150" cy="474663"/>
          </a:xfrm>
          <a:prstGeom prst="rect">
            <a:avLst/>
          </a:prstGeom>
          <a:solidFill>
            <a:schemeClr val="accent2"/>
          </a:solidFill>
          <a:ln w="9525">
            <a:noFill/>
            <a:miter lim="800000"/>
            <a:headEnd/>
            <a:tailEnd/>
          </a:ln>
          <a:effectLst/>
        </p:spPr>
        <p:txBody>
          <a:bodyPr wrap="none" anchor="ctr"/>
          <a:lstStyle/>
          <a:p>
            <a:pPr algn="ctr" eaLnBrk="1" hangingPunct="1">
              <a:defRPr/>
            </a:pPr>
            <a:endParaRPr kumimoji="1" lang="en-US" sz="2400"/>
          </a:p>
        </p:txBody>
      </p:sp>
      <p:sp>
        <p:nvSpPr>
          <p:cNvPr id="17412" name="Rectangle 4"/>
          <p:cNvSpPr>
            <a:spLocks noChangeArrowheads="1"/>
          </p:cNvSpPr>
          <p:nvPr/>
        </p:nvSpPr>
        <p:spPr bwMode="ltGray">
          <a:xfrm>
            <a:off x="642938" y="642938"/>
            <a:ext cx="422275" cy="474662"/>
          </a:xfrm>
          <a:prstGeom prst="rect">
            <a:avLst/>
          </a:prstGeom>
          <a:solidFill>
            <a:schemeClr val="folHlink"/>
          </a:solidFill>
          <a:ln w="9525">
            <a:noFill/>
            <a:miter lim="800000"/>
            <a:headEnd/>
            <a:tailEnd/>
          </a:ln>
          <a:effectLst/>
        </p:spPr>
        <p:txBody>
          <a:bodyPr wrap="none" anchor="ctr"/>
          <a:lstStyle/>
          <a:p>
            <a:pPr algn="ctr" eaLnBrk="1" hangingPunct="1">
              <a:defRPr/>
            </a:pPr>
            <a:endParaRPr kumimoji="1" lang="en-US" sz="2400"/>
          </a:p>
        </p:txBody>
      </p:sp>
      <p:sp>
        <p:nvSpPr>
          <p:cNvPr id="17414" name="Rectangle 6"/>
          <p:cNvSpPr>
            <a:spLocks noChangeArrowheads="1"/>
          </p:cNvSpPr>
          <p:nvPr/>
        </p:nvSpPr>
        <p:spPr bwMode="ltGray">
          <a:xfrm>
            <a:off x="142875" y="5715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defRPr/>
            </a:pPr>
            <a:endParaRPr kumimoji="1" lang="en-US" sz="2400"/>
          </a:p>
        </p:txBody>
      </p:sp>
      <p:sp>
        <p:nvSpPr>
          <p:cNvPr id="17415" name="Rectangle 7"/>
          <p:cNvSpPr>
            <a:spLocks noChangeArrowheads="1"/>
          </p:cNvSpPr>
          <p:nvPr/>
        </p:nvSpPr>
        <p:spPr bwMode="gray">
          <a:xfrm>
            <a:off x="785813" y="214313"/>
            <a:ext cx="31750" cy="1052512"/>
          </a:xfrm>
          <a:prstGeom prst="rect">
            <a:avLst/>
          </a:prstGeom>
          <a:solidFill>
            <a:schemeClr val="bg2"/>
          </a:solidFill>
          <a:ln w="9525">
            <a:noFill/>
            <a:miter lim="800000"/>
            <a:headEnd/>
            <a:tailEnd/>
          </a:ln>
          <a:effectLst/>
        </p:spPr>
        <p:txBody>
          <a:bodyPr wrap="none" anchor="ctr"/>
          <a:lstStyle/>
          <a:p>
            <a:pPr algn="ctr" eaLnBrk="1" hangingPunct="1">
              <a:defRPr/>
            </a:pPr>
            <a:endParaRPr kumimoji="1" lang="en-US" sz="2400"/>
          </a:p>
        </p:txBody>
      </p:sp>
      <p:sp>
        <p:nvSpPr>
          <p:cNvPr id="17416" name="Rectangle 8"/>
          <p:cNvSpPr>
            <a:spLocks noChangeArrowheads="1"/>
          </p:cNvSpPr>
          <p:nvPr/>
        </p:nvSpPr>
        <p:spPr bwMode="gray">
          <a:xfrm>
            <a:off x="571500" y="928688"/>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defRPr/>
            </a:pPr>
            <a:endParaRPr kumimoji="1" lang="en-US" sz="2400"/>
          </a:p>
        </p:txBody>
      </p:sp>
      <p:sp>
        <p:nvSpPr>
          <p:cNvPr id="1031" name="Rectangle 9"/>
          <p:cNvSpPr>
            <a:spLocks noGrp="1" noChangeArrowheads="1"/>
          </p:cNvSpPr>
          <p:nvPr>
            <p:ph type="title"/>
          </p:nvPr>
        </p:nvSpPr>
        <p:spPr bwMode="auto">
          <a:xfrm>
            <a:off x="1150938" y="214313"/>
            <a:ext cx="7793037" cy="6429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32" name="Rectangle 10"/>
          <p:cNvSpPr>
            <a:spLocks noGrp="1" noChangeArrowheads="1"/>
          </p:cNvSpPr>
          <p:nvPr>
            <p:ph type="body" idx="1"/>
          </p:nvPr>
        </p:nvSpPr>
        <p:spPr bwMode="auto">
          <a:xfrm>
            <a:off x="1071563" y="1143000"/>
            <a:ext cx="7883525" cy="49895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421" name="Rectangle 13"/>
          <p:cNvSpPr>
            <a:spLocks noGrp="1" noChangeArrowheads="1"/>
          </p:cNvSpPr>
          <p:nvPr>
            <p:ph type="sldNum" sz="quarter" idx="4"/>
          </p:nvPr>
        </p:nvSpPr>
        <p:spPr bwMode="auto">
          <a:xfrm>
            <a:off x="7042150" y="62436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vl1pPr>
          </a:lstStyle>
          <a:p>
            <a:pPr>
              <a:defRPr/>
            </a:pPr>
            <a:fld id="{DAA4AC70-2414-43E2-8EEC-6DF1CB9117D9}"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4097" r:id="rId1"/>
    <p:sldLayoutId id="2147484079" r:id="rId2"/>
    <p:sldLayoutId id="2147484081" r:id="rId3"/>
    <p:sldLayoutId id="2147484083" r:id="rId4"/>
    <p:sldLayoutId id="2147484098" r:id="rId5"/>
  </p:sldLayoutIdLst>
  <p:hf hd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ahoma" pitchFamily="34" charset="0"/>
        </a:defRPr>
      </a:lvl2pPr>
      <a:lvl3pPr algn="l" rtl="0" eaLnBrk="0" fontAlgn="base" hangingPunct="0">
        <a:spcBef>
          <a:spcPct val="0"/>
        </a:spcBef>
        <a:spcAft>
          <a:spcPct val="0"/>
        </a:spcAft>
        <a:defRPr sz="4000">
          <a:solidFill>
            <a:schemeClr val="tx2"/>
          </a:solidFill>
          <a:latin typeface="Tahoma" pitchFamily="34" charset="0"/>
        </a:defRPr>
      </a:lvl3pPr>
      <a:lvl4pPr algn="l" rtl="0" eaLnBrk="0" fontAlgn="base" hangingPunct="0">
        <a:spcBef>
          <a:spcPct val="0"/>
        </a:spcBef>
        <a:spcAft>
          <a:spcPct val="0"/>
        </a:spcAft>
        <a:defRPr sz="4000">
          <a:solidFill>
            <a:schemeClr val="tx2"/>
          </a:solidFill>
          <a:latin typeface="Tahoma" pitchFamily="34" charset="0"/>
        </a:defRPr>
      </a:lvl4pPr>
      <a:lvl5pPr algn="l" rtl="0" eaLnBrk="0" fontAlgn="base" hangingPunct="0">
        <a:spcBef>
          <a:spcPct val="0"/>
        </a:spcBef>
        <a:spcAft>
          <a:spcPct val="0"/>
        </a:spcAft>
        <a:defRPr sz="4000">
          <a:solidFill>
            <a:schemeClr val="tx2"/>
          </a:solidFill>
          <a:latin typeface="Tahoma" pitchFamily="34" charset="0"/>
        </a:defRPr>
      </a:lvl5pPr>
      <a:lvl6pPr marL="457200" algn="l" rtl="0" fontAlgn="base">
        <a:spcBef>
          <a:spcPct val="0"/>
        </a:spcBef>
        <a:spcAft>
          <a:spcPct val="0"/>
        </a:spcAft>
        <a:defRPr sz="4000">
          <a:solidFill>
            <a:schemeClr val="tx2"/>
          </a:solidFill>
          <a:latin typeface="Tahoma" pitchFamily="34" charset="0"/>
        </a:defRPr>
      </a:lvl6pPr>
      <a:lvl7pPr marL="914400" algn="l" rtl="0" fontAlgn="base">
        <a:spcBef>
          <a:spcPct val="0"/>
        </a:spcBef>
        <a:spcAft>
          <a:spcPct val="0"/>
        </a:spcAft>
        <a:defRPr sz="4000">
          <a:solidFill>
            <a:schemeClr val="tx2"/>
          </a:solidFill>
          <a:latin typeface="Tahoma" pitchFamily="34" charset="0"/>
        </a:defRPr>
      </a:lvl7pPr>
      <a:lvl8pPr marL="1371600" algn="l" rtl="0" fontAlgn="base">
        <a:spcBef>
          <a:spcPct val="0"/>
        </a:spcBef>
        <a:spcAft>
          <a:spcPct val="0"/>
        </a:spcAft>
        <a:defRPr sz="4000">
          <a:solidFill>
            <a:schemeClr val="tx2"/>
          </a:solidFill>
          <a:latin typeface="Tahoma" pitchFamily="34" charset="0"/>
        </a:defRPr>
      </a:lvl8pPr>
      <a:lvl9pPr marL="1828800" algn="l" rtl="0" fontAlgn="base">
        <a:spcBef>
          <a:spcPct val="0"/>
        </a:spcBef>
        <a:spcAft>
          <a:spcPct val="0"/>
        </a:spcAft>
        <a:defRPr sz="40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000" i="1">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6"/>
          <p:cNvSpPr>
            <a:spLocks noGrp="1" noChangeArrowheads="1"/>
          </p:cNvSpPr>
          <p:nvPr>
            <p:ph type="sldNum" sz="quarter" idx="12"/>
          </p:nvPr>
        </p:nvSpPr>
        <p:spPr>
          <a:noFill/>
        </p:spPr>
        <p:txBody>
          <a:bodyPr/>
          <a:lstStyle/>
          <a:p>
            <a:fld id="{382A8B01-F77C-4DA0-AD10-D90938D6C871}" type="slidenum">
              <a:rPr lang="en-US" smtClean="0"/>
              <a:pPr/>
              <a:t>1</a:t>
            </a:fld>
            <a:endParaRPr lang="en-US"/>
          </a:p>
        </p:txBody>
      </p:sp>
      <p:sp>
        <p:nvSpPr>
          <p:cNvPr id="2" name="TextBox 1"/>
          <p:cNvSpPr txBox="1"/>
          <p:nvPr/>
        </p:nvSpPr>
        <p:spPr>
          <a:xfrm>
            <a:off x="908247" y="1683"/>
            <a:ext cx="7776864" cy="6924973"/>
          </a:xfrm>
          <a:prstGeom prst="rect">
            <a:avLst/>
          </a:prstGeom>
          <a:noFill/>
        </p:spPr>
        <p:txBody>
          <a:bodyPr wrap="square" lIns="91440" tIns="45720" rIns="91440" bIns="45720" rtlCol="0" anchor="t">
            <a:spAutoFit/>
          </a:bodyPr>
          <a:lstStyle/>
          <a:p>
            <a:r>
              <a:rPr lang="en-US" sz="2400" b="1">
                <a:solidFill>
                  <a:srgbClr val="000090"/>
                </a:solidFill>
                <a:latin typeface="Tahoma"/>
                <a:ea typeface="Tahoma"/>
                <a:cs typeface="Tahoma"/>
              </a:rPr>
              <a:t>COMP 225-hybrid: Software Engineering Methodologies</a:t>
            </a:r>
            <a:br>
              <a:rPr lang="en-US" sz="2400" b="1"/>
            </a:br>
            <a:br>
              <a:rPr lang="en-US" sz="2400" b="1"/>
            </a:br>
            <a:r>
              <a:rPr lang="en-CA" sz="2400" b="1">
                <a:latin typeface="Tahoma"/>
                <a:ea typeface="Tahoma"/>
                <a:cs typeface="Tahoma"/>
              </a:rPr>
              <a:t>Software Requirements Specification (SRS) </a:t>
            </a:r>
            <a:endParaRPr lang="en-US" sz="2400" b="1"/>
          </a:p>
          <a:p>
            <a:endParaRPr lang="en-US" sz="2400"/>
          </a:p>
          <a:p>
            <a:r>
              <a:rPr lang="en-US" sz="2400" b="1">
                <a:latin typeface="Tahoma"/>
                <a:ea typeface="Tahoma"/>
                <a:cs typeface="Tahoma"/>
              </a:rPr>
              <a:t>The Lyricist</a:t>
            </a:r>
            <a:br>
              <a:rPr lang="en-US" sz="2400"/>
            </a:br>
            <a:br>
              <a:rPr lang="en-US" sz="2400"/>
            </a:br>
            <a:endParaRPr lang="en-US" sz="2400"/>
          </a:p>
          <a:p>
            <a:endParaRPr lang="en-US"/>
          </a:p>
          <a:p>
            <a:endParaRPr lang="en-US"/>
          </a:p>
          <a:p>
            <a:r>
              <a:rPr lang="en-US">
                <a:latin typeface="Tahoma"/>
                <a:ea typeface="Tahoma"/>
                <a:cs typeface="Tahoma"/>
              </a:rPr>
              <a:t>Presented by:</a:t>
            </a:r>
          </a:p>
          <a:p>
            <a:endParaRPr lang="en-US">
              <a:latin typeface="Tahoma"/>
              <a:ea typeface="Tahoma"/>
              <a:cs typeface="Tahoma"/>
            </a:endParaRPr>
          </a:p>
          <a:p>
            <a:r>
              <a:rPr lang="en-US">
                <a:solidFill>
                  <a:schemeClr val="bg2"/>
                </a:solidFill>
                <a:latin typeface="Tahoma"/>
                <a:ea typeface="Tahoma"/>
                <a:cs typeface="Tahoma"/>
              </a:rPr>
              <a:t>Rohaan - 301372121</a:t>
            </a:r>
            <a:br>
              <a:rPr lang="en-US"/>
            </a:br>
            <a:r>
              <a:rPr lang="en-US">
                <a:solidFill>
                  <a:schemeClr val="bg2"/>
                </a:solidFill>
                <a:latin typeface="Tahoma"/>
                <a:ea typeface="Tahoma"/>
                <a:cs typeface="Tahoma"/>
              </a:rPr>
              <a:t>Kuan-Wei - 301287850</a:t>
            </a:r>
            <a:br>
              <a:rPr lang="en-US"/>
            </a:br>
            <a:r>
              <a:rPr lang="en-US">
                <a:solidFill>
                  <a:schemeClr val="bg2"/>
                </a:solidFill>
                <a:latin typeface="Tahoma"/>
                <a:ea typeface="Tahoma"/>
                <a:cs typeface="Tahoma"/>
              </a:rPr>
              <a:t>Julian - 301411214</a:t>
            </a:r>
            <a:br>
              <a:rPr lang="en-US"/>
            </a:br>
            <a:r>
              <a:rPr lang="en-US">
                <a:solidFill>
                  <a:schemeClr val="bg2"/>
                </a:solidFill>
                <a:latin typeface="Tahoma"/>
                <a:ea typeface="Tahoma"/>
                <a:cs typeface="Tahoma"/>
              </a:rPr>
              <a:t>Joshua - 301350618</a:t>
            </a:r>
            <a:br>
              <a:rPr lang="en-US"/>
            </a:br>
            <a:r>
              <a:rPr lang="en-US">
                <a:solidFill>
                  <a:schemeClr val="bg2"/>
                </a:solidFill>
                <a:latin typeface="Tahoma"/>
                <a:ea typeface="Tahoma"/>
                <a:cs typeface="Tahoma"/>
              </a:rPr>
              <a:t>Hoang Giang - 301255147</a:t>
            </a:r>
            <a:br>
              <a:rPr lang="en-US"/>
            </a:br>
            <a:br>
              <a:rPr lang="en-US"/>
            </a:br>
            <a:r>
              <a:rPr lang="en-US">
                <a:latin typeface="Tahoma"/>
                <a:ea typeface="Tahoma"/>
                <a:cs typeface="Tahoma"/>
              </a:rPr>
              <a:t>Date : April 10, 2024</a:t>
            </a:r>
          </a:p>
          <a:p>
            <a:r>
              <a:rPr lang="en-US">
                <a:latin typeface="Tahoma"/>
                <a:ea typeface="Tahoma"/>
                <a:cs typeface="Tahoma"/>
              </a:rPr>
              <a:t>Section : 011</a:t>
            </a:r>
          </a:p>
          <a:p>
            <a:r>
              <a:rPr lang="en-US">
                <a:latin typeface="Tahoma"/>
                <a:ea typeface="Tahoma"/>
                <a:cs typeface="Tahoma"/>
              </a:rPr>
              <a:t>Semester : Winter</a:t>
            </a:r>
            <a:br>
              <a:rPr lang="en-US"/>
            </a:b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Content Placeholder 2"/>
          <p:cNvSpPr>
            <a:spLocks noGrp="1"/>
          </p:cNvSpPr>
          <p:nvPr>
            <p:ph idx="1"/>
          </p:nvPr>
        </p:nvSpPr>
        <p:spPr>
          <a:xfrm>
            <a:off x="755576" y="980728"/>
            <a:ext cx="8388424" cy="5949280"/>
          </a:xfrm>
        </p:spPr>
        <p:txBody>
          <a:bodyPr/>
          <a:lstStyle/>
          <a:p>
            <a:r>
              <a:rPr lang="en-CA" sz="2400" u="sng">
                <a:solidFill>
                  <a:srgbClr val="000090"/>
                </a:solidFill>
              </a:rPr>
              <a:t>Purpose</a:t>
            </a:r>
          </a:p>
          <a:p>
            <a:pPr>
              <a:lnSpc>
                <a:spcPct val="116000"/>
              </a:lnSpc>
              <a:spcAft>
                <a:spcPts val="800"/>
              </a:spcAft>
            </a:pPr>
            <a:r>
              <a:rPr lang="en-US" sz="1800">
                <a:solidFill>
                  <a:srgbClr val="000000"/>
                </a:solidFill>
                <a:effectLst/>
                <a:latin typeface="Arial" panose="020B0604020202020204" pitchFamily="34" charset="0"/>
                <a:ea typeface="Arial" panose="020B0604020202020204" pitchFamily="34" charset="0"/>
                <a:cs typeface="Arial" panose="020B0604020202020204" pitchFamily="34" charset="0"/>
              </a:rPr>
              <a:t>The “Lyricist” is a new software that will be beneficial for both songwriters and singers. </a:t>
            </a:r>
          </a:p>
          <a:p>
            <a:pPr>
              <a:lnSpc>
                <a:spcPct val="116000"/>
              </a:lnSpc>
              <a:spcAft>
                <a:spcPts val="800"/>
              </a:spcAft>
            </a:pPr>
            <a:r>
              <a:rPr lang="en-US" sz="1800">
                <a:solidFill>
                  <a:srgbClr val="000000"/>
                </a:solidFill>
                <a:effectLst/>
                <a:latin typeface="Arial" panose="020B0604020202020204" pitchFamily="34" charset="0"/>
                <a:ea typeface="Arial" panose="020B0604020202020204" pitchFamily="34" charset="0"/>
                <a:cs typeface="Arial" panose="020B0604020202020204" pitchFamily="34" charset="0"/>
              </a:rPr>
              <a:t>It allows songwriters to sell their original lyrics and transfer the rights to the singers who purchase them. </a:t>
            </a:r>
          </a:p>
          <a:p>
            <a:pPr>
              <a:lnSpc>
                <a:spcPct val="116000"/>
              </a:lnSpc>
              <a:spcAft>
                <a:spcPts val="800"/>
              </a:spcAft>
            </a:pPr>
            <a:r>
              <a:rPr lang="en-US" sz="1800">
                <a:solidFill>
                  <a:srgbClr val="000000"/>
                </a:solidFill>
                <a:effectLst/>
                <a:latin typeface="Arial" panose="020B0604020202020204" pitchFamily="34" charset="0"/>
                <a:ea typeface="Arial" panose="020B0604020202020204" pitchFamily="34" charset="0"/>
                <a:cs typeface="Arial" panose="020B0604020202020204" pitchFamily="34" charset="0"/>
              </a:rPr>
              <a:t>The transaction will be secured by a legal document that will grant the singer exclusive ownership of the lyrics. The app will release version will 1.0.0.</a:t>
            </a:r>
            <a:endParaRPr lang="en-CA" sz="1800">
              <a:effectLst/>
              <a:latin typeface="Aptos" panose="020B0004020202020204" pitchFamily="34" charset="0"/>
              <a:ea typeface="MS Mincho" panose="02020609040205080304" pitchFamily="49" charset="-128"/>
              <a:cs typeface="Arial" panose="020B0604020202020204" pitchFamily="34" charset="0"/>
            </a:endParaRPr>
          </a:p>
          <a:p>
            <a:pPr>
              <a:spcBef>
                <a:spcPts val="0"/>
              </a:spcBef>
            </a:pPr>
            <a:r>
              <a:rPr lang="en-CA" sz="2400" u="sng">
                <a:solidFill>
                  <a:srgbClr val="000090"/>
                </a:solidFill>
              </a:rPr>
              <a:t>Project scope</a:t>
            </a:r>
            <a:endParaRPr lang="en-CA" sz="2400" u="sng">
              <a:solidFill>
                <a:srgbClr val="000090"/>
              </a:solidFill>
              <a:ea typeface="Tahoma"/>
              <a:cs typeface="Tahoma"/>
            </a:endParaRPr>
          </a:p>
          <a:p>
            <a:pPr marL="0" indent="0">
              <a:buNone/>
            </a:pPr>
            <a:endParaRPr lang="en-CA" sz="2400" u="sng">
              <a:solidFill>
                <a:srgbClr val="000090"/>
              </a:solidFill>
              <a:latin typeface="Tahoma"/>
              <a:ea typeface="Tahoma"/>
              <a:cs typeface="Tahoma"/>
            </a:endParaRPr>
          </a:p>
          <a:p>
            <a:endParaRPr lang="en-CA" sz="2400" u="sng">
              <a:solidFill>
                <a:srgbClr val="000090"/>
              </a:solidFill>
            </a:endParaRPr>
          </a:p>
          <a:p>
            <a:endParaRPr lang="en-CA" sz="2400" u="sng">
              <a:solidFill>
                <a:srgbClr val="000090"/>
              </a:solidFill>
            </a:endParaRPr>
          </a:p>
          <a:p>
            <a:pPr marL="0" indent="0">
              <a:buNone/>
            </a:pPr>
            <a:endParaRPr lang="en-CA" sz="2000">
              <a:solidFill>
                <a:srgbClr val="000090"/>
              </a:solidFill>
            </a:endParaRPr>
          </a:p>
        </p:txBody>
      </p:sp>
      <p:sp>
        <p:nvSpPr>
          <p:cNvPr id="5" name="Slide Number Placeholder 4"/>
          <p:cNvSpPr>
            <a:spLocks noGrp="1"/>
          </p:cNvSpPr>
          <p:nvPr>
            <p:ph type="sldNum" sz="quarter" idx="11"/>
          </p:nvPr>
        </p:nvSpPr>
        <p:spPr/>
        <p:txBody>
          <a:bodyPr/>
          <a:lstStyle/>
          <a:p>
            <a:pPr>
              <a:defRPr/>
            </a:pPr>
            <a:fld id="{64196DE4-C91C-46FE-96F4-4D8414AA8679}" type="slidenum">
              <a:rPr lang="en-US" smtClean="0"/>
              <a:pPr>
                <a:defRPr/>
              </a:pPr>
              <a:t>2</a:t>
            </a:fld>
            <a:endParaRPr lang="en-US"/>
          </a:p>
        </p:txBody>
      </p:sp>
      <p:pic>
        <p:nvPicPr>
          <p:cNvPr id="6" name="Picture 5" descr="A table with text on it&#10;&#10;Description automatically generated">
            <a:extLst>
              <a:ext uri="{FF2B5EF4-FFF2-40B4-BE49-F238E27FC236}">
                <a16:creationId xmlns:a16="http://schemas.microsoft.com/office/drawing/2014/main" id="{EF3B0DC9-65EB-A864-26E5-4F50673B5061}"/>
              </a:ext>
            </a:extLst>
          </p:cNvPr>
          <p:cNvPicPr>
            <a:picLocks noChangeAspect="1"/>
          </p:cNvPicPr>
          <p:nvPr/>
        </p:nvPicPr>
        <p:blipFill>
          <a:blip r:embed="rId3"/>
          <a:stretch>
            <a:fillRect/>
          </a:stretch>
        </p:blipFill>
        <p:spPr>
          <a:xfrm>
            <a:off x="217458" y="4141475"/>
            <a:ext cx="4349819" cy="2423136"/>
          </a:xfrm>
          <a:prstGeom prst="rect">
            <a:avLst/>
          </a:prstGeom>
        </p:spPr>
      </p:pic>
      <p:pic>
        <p:nvPicPr>
          <p:cNvPr id="7" name="Picture 6" descr="A white rectangular box with black text&#10;&#10;Description automatically generated">
            <a:extLst>
              <a:ext uri="{FF2B5EF4-FFF2-40B4-BE49-F238E27FC236}">
                <a16:creationId xmlns:a16="http://schemas.microsoft.com/office/drawing/2014/main" id="{7BDF0061-89EB-FE7B-80B7-43F362BA0B59}"/>
              </a:ext>
            </a:extLst>
          </p:cNvPr>
          <p:cNvPicPr>
            <a:picLocks noChangeAspect="1"/>
          </p:cNvPicPr>
          <p:nvPr/>
        </p:nvPicPr>
        <p:blipFill>
          <a:blip r:embed="rId4"/>
          <a:stretch>
            <a:fillRect/>
          </a:stretch>
        </p:blipFill>
        <p:spPr>
          <a:xfrm>
            <a:off x="4572000" y="4171174"/>
            <a:ext cx="4463378" cy="23659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Packaged Use Case Diagram </a:t>
            </a:r>
          </a:p>
        </p:txBody>
      </p:sp>
      <p:sp>
        <p:nvSpPr>
          <p:cNvPr id="5" name="Slide Number Placeholder 4"/>
          <p:cNvSpPr>
            <a:spLocks noGrp="1"/>
          </p:cNvSpPr>
          <p:nvPr>
            <p:ph type="sldNum" sz="quarter" idx="11"/>
          </p:nvPr>
        </p:nvSpPr>
        <p:spPr/>
        <p:txBody>
          <a:bodyPr/>
          <a:lstStyle/>
          <a:p>
            <a:pPr>
              <a:defRPr/>
            </a:pPr>
            <a:fld id="{64196DE4-C91C-46FE-96F4-4D8414AA8679}" type="slidenum">
              <a:rPr lang="en-US" smtClean="0"/>
              <a:pPr>
                <a:defRPr/>
              </a:pPr>
              <a:t>3</a:t>
            </a:fld>
            <a:endParaRPr lang="en-US"/>
          </a:p>
        </p:txBody>
      </p:sp>
      <p:pic>
        <p:nvPicPr>
          <p:cNvPr id="8" name="Picture 7" descr="A screenshot of a computer&#10;&#10;Description automatically generated">
            <a:extLst>
              <a:ext uri="{FF2B5EF4-FFF2-40B4-BE49-F238E27FC236}">
                <a16:creationId xmlns:a16="http://schemas.microsoft.com/office/drawing/2014/main" id="{5C0DAA78-1531-E052-5D30-CC4EA88589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980683"/>
            <a:ext cx="6702515" cy="58736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2800" y="209866"/>
            <a:ext cx="7793037" cy="642937"/>
          </a:xfrm>
        </p:spPr>
        <p:txBody>
          <a:bodyPr/>
          <a:lstStyle/>
          <a:p>
            <a:r>
              <a:rPr lang="en-US"/>
              <a:t>Use Cases Brief Descriptions</a:t>
            </a:r>
            <a:endParaRPr lang="en-US" sz="2400">
              <a:ea typeface="Tahoma"/>
              <a:cs typeface="Tahoma"/>
            </a:endParaRPr>
          </a:p>
        </p:txBody>
      </p:sp>
      <p:sp>
        <p:nvSpPr>
          <p:cNvPr id="4" name="Slide Number Placeholder 3"/>
          <p:cNvSpPr>
            <a:spLocks noGrp="1"/>
          </p:cNvSpPr>
          <p:nvPr>
            <p:ph type="sldNum" sz="quarter" idx="11"/>
          </p:nvPr>
        </p:nvSpPr>
        <p:spPr/>
        <p:txBody>
          <a:bodyPr/>
          <a:lstStyle/>
          <a:p>
            <a:pPr>
              <a:defRPr/>
            </a:pPr>
            <a:fld id="{64196DE4-C91C-46FE-96F4-4D8414AA8679}" type="slidenum">
              <a:rPr lang="en-US" smtClean="0"/>
              <a:pPr>
                <a:defRPr/>
              </a:pPr>
              <a:t>4</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781499809"/>
              </p:ext>
            </p:extLst>
          </p:nvPr>
        </p:nvGraphicFramePr>
        <p:xfrm>
          <a:off x="1019309" y="813304"/>
          <a:ext cx="8064895" cy="5913922"/>
        </p:xfrm>
        <a:graphic>
          <a:graphicData uri="http://schemas.openxmlformats.org/drawingml/2006/table">
            <a:tbl>
              <a:tblPr firstRow="1" bandRow="1">
                <a:tableStyleId>{93296810-A885-4BE3-A3E7-6D5BEEA58F35}</a:tableStyleId>
              </a:tblPr>
              <a:tblGrid>
                <a:gridCol w="1658737">
                  <a:extLst>
                    <a:ext uri="{9D8B030D-6E8A-4147-A177-3AD203B41FA5}">
                      <a16:colId xmlns:a16="http://schemas.microsoft.com/office/drawing/2014/main" val="3098218187"/>
                    </a:ext>
                  </a:extLst>
                </a:gridCol>
                <a:gridCol w="1658737">
                  <a:extLst>
                    <a:ext uri="{9D8B030D-6E8A-4147-A177-3AD203B41FA5}">
                      <a16:colId xmlns:a16="http://schemas.microsoft.com/office/drawing/2014/main" val="20000"/>
                    </a:ext>
                  </a:extLst>
                </a:gridCol>
                <a:gridCol w="4747421">
                  <a:extLst>
                    <a:ext uri="{9D8B030D-6E8A-4147-A177-3AD203B41FA5}">
                      <a16:colId xmlns:a16="http://schemas.microsoft.com/office/drawing/2014/main" val="20001"/>
                    </a:ext>
                  </a:extLst>
                </a:gridCol>
              </a:tblGrid>
              <a:tr h="592483">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800" b="1">
                          <a:solidFill>
                            <a:srgbClr val="000090"/>
                          </a:solidFill>
                          <a:effectLst/>
                          <a:latin typeface="Arial"/>
                          <a:ea typeface="等线"/>
                          <a:cs typeface="Times New Roman"/>
                        </a:rPr>
                        <a:t>Goal Use Case name</a:t>
                      </a:r>
                      <a:endParaRPr lang="en-CA" sz="1800" b="1">
                        <a:solidFill>
                          <a:srgbClr val="000090"/>
                        </a:solidFill>
                        <a:effectLst/>
                        <a:latin typeface="Arial"/>
                        <a:ea typeface="等线"/>
                        <a:cs typeface="Times New Roman"/>
                      </a:endParaRPr>
                    </a:p>
                  </a:txBody>
                  <a:tcPr marL="68580" marR="68580" marT="0" marB="0"/>
                </a:tc>
                <a:tc>
                  <a:txBody>
                    <a:bodyPr/>
                    <a:lstStyle/>
                    <a:p>
                      <a:pPr algn="ctr">
                        <a:lnSpc>
                          <a:spcPct val="107000"/>
                        </a:lnSpc>
                        <a:spcAft>
                          <a:spcPts val="0"/>
                        </a:spcAft>
                      </a:pPr>
                      <a:r>
                        <a:rPr lang="en-CA" sz="1800" b="1">
                          <a:solidFill>
                            <a:srgbClr val="000090"/>
                          </a:solidFill>
                          <a:effectLst/>
                          <a:latin typeface="Arial"/>
                          <a:ea typeface="等线"/>
                          <a:cs typeface="Times New Roman"/>
                        </a:rPr>
                        <a:t>Actors</a:t>
                      </a:r>
                    </a:p>
                  </a:txBody>
                  <a:tcPr marL="68580" marR="68580" marT="0" marB="0"/>
                </a:tc>
                <a:tc>
                  <a:txBody>
                    <a:bodyPr/>
                    <a:lstStyle/>
                    <a:p>
                      <a:pPr algn="ctr">
                        <a:lnSpc>
                          <a:spcPct val="107000"/>
                        </a:lnSpc>
                        <a:spcAft>
                          <a:spcPts val="0"/>
                        </a:spcAft>
                      </a:pPr>
                      <a:r>
                        <a:rPr lang="en-US" sz="1800" b="1">
                          <a:solidFill>
                            <a:srgbClr val="000090"/>
                          </a:solidFill>
                          <a:effectLst/>
                          <a:latin typeface="Arial"/>
                          <a:ea typeface="等线"/>
                          <a:cs typeface="Times New Roman"/>
                        </a:rPr>
                        <a:t>Use Case Brief  Description </a:t>
                      </a:r>
                      <a:endParaRPr lang="en-CA" sz="1800" b="1">
                        <a:solidFill>
                          <a:srgbClr val="000090"/>
                        </a:solidFill>
                        <a:effectLst/>
                        <a:latin typeface="Arial"/>
                        <a:ea typeface="等线"/>
                        <a:cs typeface="Times New Roman"/>
                      </a:endParaRPr>
                    </a:p>
                  </a:txBody>
                  <a:tcPr marL="68580" marR="68580" marT="0" marB="0"/>
                </a:tc>
                <a:extLst>
                  <a:ext uri="{0D108BD9-81ED-4DB2-BD59-A6C34878D82A}">
                    <a16:rowId xmlns:a16="http://schemas.microsoft.com/office/drawing/2014/main" val="10000"/>
                  </a:ext>
                </a:extLst>
              </a:tr>
              <a:tr h="968431">
                <a:tc>
                  <a:txBody>
                    <a:bodyPr/>
                    <a:lstStyle/>
                    <a:p>
                      <a:r>
                        <a:rPr lang="en-US" sz="1400">
                          <a:latin typeface="Arial"/>
                        </a:rPr>
                        <a:t>1.Upload Lyrics</a:t>
                      </a:r>
                    </a:p>
                  </a:txBody>
                  <a:tcPr/>
                </a:tc>
                <a:tc>
                  <a:txBody>
                    <a:bodyPr/>
                    <a:lstStyle/>
                    <a:p>
                      <a:pPr lvl="0">
                        <a:buNone/>
                      </a:pPr>
                      <a:r>
                        <a:rPr lang="en-US" sz="1200" b="0" i="0" u="none" strike="noStrike" baseline="0" noProof="0">
                          <a:solidFill>
                            <a:srgbClr val="000000"/>
                          </a:solidFill>
                          <a:latin typeface="Arial"/>
                        </a:rPr>
                        <a:t>Song Writers, Artists, Sellers</a:t>
                      </a:r>
                    </a:p>
                  </a:txBody>
                  <a:tcPr/>
                </a:tc>
                <a:tc>
                  <a:txBody>
                    <a:bodyPr/>
                    <a:lstStyle/>
                    <a:p>
                      <a:pPr lvl="0">
                        <a:buNone/>
                      </a:pPr>
                      <a:r>
                        <a:rPr lang="en-US" sz="1050" b="0" i="0" u="none" strike="noStrike" noProof="0">
                          <a:latin typeface="Arial"/>
                        </a:rPr>
                        <a:t>The actor (Sellers) will open a new UI and fill in the following fields: Lyric Title, language, song file (txt, word, etc.), full name, Phone Number, Email, and Cost of the lyric and any other users involved in the lyric; the user will then be asked to enter their password and after entering their password, press submit lyric. The actor will see a message saying the lyrics have been uploaded.</a:t>
                      </a:r>
                    </a:p>
                  </a:txBody>
                  <a:tcPr/>
                </a:tc>
                <a:extLst>
                  <a:ext uri="{0D108BD9-81ED-4DB2-BD59-A6C34878D82A}">
                    <a16:rowId xmlns:a16="http://schemas.microsoft.com/office/drawing/2014/main" val="10001"/>
                  </a:ext>
                </a:extLst>
              </a:tr>
              <a:tr h="675236">
                <a:tc>
                  <a:txBody>
                    <a:bodyPr/>
                    <a:lstStyle/>
                    <a:p>
                      <a:r>
                        <a:rPr lang="en-US" sz="1400">
                          <a:latin typeface="Arial"/>
                        </a:rPr>
                        <a:t>2. </a:t>
                      </a:r>
                      <a:r>
                        <a:rPr lang="en-US" sz="1400" b="0" i="0" u="none" strike="noStrike" noProof="0">
                          <a:latin typeface="Arial"/>
                        </a:rPr>
                        <a:t>Search Lyrics</a:t>
                      </a:r>
                    </a:p>
                  </a:txBody>
                  <a:tcPr/>
                </a:tc>
                <a:tc>
                  <a:txBody>
                    <a:bodyPr/>
                    <a:lstStyle/>
                    <a:p>
                      <a:pPr lvl="0" algn="l">
                        <a:lnSpc>
                          <a:spcPct val="100000"/>
                        </a:lnSpc>
                        <a:spcBef>
                          <a:spcPts val="0"/>
                        </a:spcBef>
                        <a:spcAft>
                          <a:spcPts val="0"/>
                        </a:spcAft>
                        <a:buNone/>
                      </a:pPr>
                      <a:r>
                        <a:rPr lang="en-US" sz="1200" b="0" i="0" u="none" strike="noStrike" noProof="0">
                          <a:latin typeface="Arial"/>
                        </a:rPr>
                        <a:t>Artist, Songwriter, Singer, Buyers, Sellers</a:t>
                      </a:r>
                    </a:p>
                  </a:txBody>
                  <a:tcPr/>
                </a:tc>
                <a:tc>
                  <a:txBody>
                    <a:bodyPr/>
                    <a:lstStyle/>
                    <a:p>
                      <a:pPr lvl="0">
                        <a:buNone/>
                      </a:pPr>
                      <a:r>
                        <a:rPr lang="en-US" sz="1050" b="0" i="0" u="none" strike="noStrike" noProof="0">
                          <a:latin typeface="Arial"/>
                        </a:rPr>
                        <a:t>The actor (All) will type a song name, artist, or keywords and select the available search tags, and finally press enter. The actor will then see up to 5 lyric listings that relate to their input search and filters on their screen and will scroll up to view more lyric listings.</a:t>
                      </a:r>
                    </a:p>
                  </a:txBody>
                  <a:tcPr/>
                </a:tc>
                <a:extLst>
                  <a:ext uri="{0D108BD9-81ED-4DB2-BD59-A6C34878D82A}">
                    <a16:rowId xmlns:a16="http://schemas.microsoft.com/office/drawing/2014/main" val="10002"/>
                  </a:ext>
                </a:extLst>
              </a:tr>
              <a:tr h="924008">
                <a:tc>
                  <a:txBody>
                    <a:bodyPr/>
                    <a:lstStyle/>
                    <a:p>
                      <a:r>
                        <a:rPr lang="en-US" sz="1400">
                          <a:latin typeface="Arial"/>
                        </a:rPr>
                        <a:t>3. </a:t>
                      </a:r>
                      <a:r>
                        <a:rPr lang="en-US" sz="1400" b="0" i="0" u="none" strike="noStrike" noProof="0">
                          <a:latin typeface="Arial"/>
                        </a:rPr>
                        <a:t>Stream Music</a:t>
                      </a:r>
                      <a:endParaRPr lang="en-US" sz="1400">
                        <a:latin typeface="Arial"/>
                      </a:endParaRPr>
                    </a:p>
                  </a:txBody>
                  <a:tcPr/>
                </a:tc>
                <a:tc>
                  <a:txBody>
                    <a:bodyPr/>
                    <a:lstStyle/>
                    <a:p>
                      <a:pPr lvl="0">
                        <a:buNone/>
                      </a:pPr>
                      <a:r>
                        <a:rPr lang="en-US" sz="1200" b="0" i="0" u="none" strike="noStrike" noProof="0">
                          <a:latin typeface="Arial"/>
                        </a:rPr>
                        <a:t>Artists, Songwriter, Singer, Buyers, Sellers, Song Listeners, Spotify Users</a:t>
                      </a:r>
                    </a:p>
                  </a:txBody>
                  <a:tcPr/>
                </a:tc>
                <a:tc>
                  <a:txBody>
                    <a:bodyPr/>
                    <a:lstStyle/>
                    <a:p>
                      <a:pPr lvl="0" algn="l">
                        <a:lnSpc>
                          <a:spcPct val="100000"/>
                        </a:lnSpc>
                        <a:spcBef>
                          <a:spcPts val="0"/>
                        </a:spcBef>
                        <a:spcAft>
                          <a:spcPts val="0"/>
                        </a:spcAft>
                        <a:buNone/>
                      </a:pPr>
                      <a:r>
                        <a:rPr lang="en-US" sz="1050" b="0" i="0" u="none" strike="noStrike" noProof="0">
                          <a:latin typeface="Arial"/>
                        </a:rPr>
                        <a:t>The actor (All) will press the Spotify logo in the top left of their screen, the actor then will see a similar UI to the Spotify app. The actor will click their desired song, playlist, album, or artist and click the play button to listen to their selected music.</a:t>
                      </a:r>
                    </a:p>
                  </a:txBody>
                  <a:tcPr/>
                </a:tc>
                <a:extLst>
                  <a:ext uri="{0D108BD9-81ED-4DB2-BD59-A6C34878D82A}">
                    <a16:rowId xmlns:a16="http://schemas.microsoft.com/office/drawing/2014/main" val="10003"/>
                  </a:ext>
                </a:extLst>
              </a:tr>
              <a:tr h="586390">
                <a:tc>
                  <a:txBody>
                    <a:bodyPr/>
                    <a:lstStyle/>
                    <a:p>
                      <a:r>
                        <a:rPr lang="en-US" sz="1400">
                          <a:latin typeface="Arial"/>
                        </a:rPr>
                        <a:t>4. </a:t>
                      </a:r>
                      <a:r>
                        <a:rPr lang="en-US" sz="1400" b="0" i="0" u="none" strike="noStrike" noProof="0">
                          <a:latin typeface="Arial"/>
                        </a:rPr>
                        <a:t>Modify Banking-Info</a:t>
                      </a:r>
                    </a:p>
                  </a:txBody>
                  <a:tcPr/>
                </a:tc>
                <a:tc>
                  <a:txBody>
                    <a:bodyPr/>
                    <a:lstStyle/>
                    <a:p>
                      <a:pPr lvl="0" algn="l">
                        <a:lnSpc>
                          <a:spcPct val="100000"/>
                        </a:lnSpc>
                        <a:spcBef>
                          <a:spcPts val="0"/>
                        </a:spcBef>
                        <a:spcAft>
                          <a:spcPts val="0"/>
                        </a:spcAft>
                        <a:buNone/>
                      </a:pPr>
                      <a:r>
                        <a:rPr lang="en-US" sz="1200" b="0" i="0" u="none" strike="noStrike" noProof="0">
                          <a:latin typeface="Arial"/>
                        </a:rPr>
                        <a:t>Artists, Songwriter, Singer, Buyers, Sellers</a:t>
                      </a:r>
                    </a:p>
                  </a:txBody>
                  <a:tcPr/>
                </a:tc>
                <a:tc>
                  <a:txBody>
                    <a:bodyPr/>
                    <a:lstStyle/>
                    <a:p>
                      <a:pPr lvl="0">
                        <a:buNone/>
                      </a:pPr>
                      <a:r>
                        <a:rPr lang="en-US" sz="1050" b="0" i="0" u="none" strike="noStrike" noProof="0">
                          <a:latin typeface="Arial"/>
                        </a:rPr>
                        <a:t>The actor (All) will open their account settings and press either update, remove, or add banking info. When clicking add or update, the actor will enter their new banking info, and press submit.</a:t>
                      </a:r>
                    </a:p>
                  </a:txBody>
                  <a:tcPr/>
                </a:tc>
                <a:extLst>
                  <a:ext uri="{0D108BD9-81ED-4DB2-BD59-A6C34878D82A}">
                    <a16:rowId xmlns:a16="http://schemas.microsoft.com/office/drawing/2014/main" val="10004"/>
                  </a:ext>
                </a:extLst>
              </a:tr>
              <a:tr h="968431">
                <a:tc>
                  <a:txBody>
                    <a:bodyPr/>
                    <a:lstStyle/>
                    <a:p>
                      <a:r>
                        <a:rPr lang="en-US" sz="1400">
                          <a:latin typeface="Arial"/>
                        </a:rPr>
                        <a:t>5. </a:t>
                      </a:r>
                      <a:r>
                        <a:rPr lang="en-US" sz="1400" b="0" i="0" u="none" strike="noStrike" noProof="0">
                          <a:latin typeface="Arial"/>
                        </a:rPr>
                        <a:t>Buy Lyrics</a:t>
                      </a:r>
                    </a:p>
                  </a:txBody>
                  <a:tcPr/>
                </a:tc>
                <a:tc>
                  <a:txBody>
                    <a:bodyPr/>
                    <a:lstStyle/>
                    <a:p>
                      <a:pPr lvl="0">
                        <a:buNone/>
                      </a:pPr>
                      <a:r>
                        <a:rPr lang="en-US" sz="1200" b="0" i="0" u="none" strike="noStrike" noProof="0">
                          <a:latin typeface="Arial"/>
                        </a:rPr>
                        <a:t>Artists, Singers, Producers, Buyers</a:t>
                      </a:r>
                    </a:p>
                  </a:txBody>
                  <a:tcPr/>
                </a:tc>
                <a:tc>
                  <a:txBody>
                    <a:bodyPr/>
                    <a:lstStyle/>
                    <a:p>
                      <a:pPr lvl="0">
                        <a:buNone/>
                      </a:pPr>
                      <a:r>
                        <a:rPr lang="en-US" sz="1050" b="0" i="0" u="none" strike="noStrike" noProof="0">
                          <a:latin typeface="Arial"/>
                        </a:rPr>
                        <a:t>The actor (Buyers) will select a lyric listing and view the details of the listing. The actor will then press ‘Buy Lyric’, the actor will enter their banking info (if not provided previously) the actor will then read and sign the legal document then they will enter their password and press ‘submit order’ the actor will then get the new lyric in their lyric library.</a:t>
                      </a:r>
                      <a:endParaRPr lang="en-US" sz="1050">
                        <a:latin typeface="Arial"/>
                      </a:endParaRPr>
                    </a:p>
                  </a:txBody>
                  <a:tcPr/>
                </a:tc>
                <a:extLst>
                  <a:ext uri="{0D108BD9-81ED-4DB2-BD59-A6C34878D82A}">
                    <a16:rowId xmlns:a16="http://schemas.microsoft.com/office/drawing/2014/main" val="10005"/>
                  </a:ext>
                </a:extLst>
              </a:tr>
              <a:tr h="924008">
                <a:tc>
                  <a:txBody>
                    <a:bodyPr/>
                    <a:lstStyle/>
                    <a:p>
                      <a:pPr>
                        <a:lnSpc>
                          <a:spcPct val="116000"/>
                        </a:lnSpc>
                        <a:spcAft>
                          <a:spcPts val="800"/>
                        </a:spcAft>
                      </a:pPr>
                      <a:r>
                        <a:rPr lang="en-US" sz="1400">
                          <a:effectLst/>
                          <a:latin typeface="Arial"/>
                          <a:ea typeface="MS Mincho"/>
                          <a:cs typeface="Times New Roman"/>
                        </a:rPr>
                        <a:t>6. Add Friends</a:t>
                      </a:r>
                      <a:endParaRPr lang="en-CA" sz="1400">
                        <a:effectLst/>
                        <a:latin typeface="Arial"/>
                        <a:ea typeface="MS Mincho"/>
                        <a:cs typeface="Times New Roman"/>
                      </a:endParaRPr>
                    </a:p>
                  </a:txBody>
                  <a:tcPr marL="95250" marR="95250" marT="47625" marB="47625"/>
                </a:tc>
                <a:tc>
                  <a:txBody>
                    <a:bodyPr/>
                    <a:lstStyle/>
                    <a:p>
                      <a:r>
                        <a:rPr lang="en-US" sz="1200" kern="1200">
                          <a:solidFill>
                            <a:schemeClr val="dk1"/>
                          </a:solidFill>
                          <a:effectLst/>
                          <a:latin typeface="Arial"/>
                          <a:ea typeface="+mn-ea"/>
                          <a:cs typeface="+mn-cs"/>
                        </a:rPr>
                        <a:t>Artists, Songwriter, Singer, Buyers, Sellers, Song Listeners</a:t>
                      </a:r>
                      <a:endParaRPr lang="en-CA" sz="1200" kern="1200">
                        <a:solidFill>
                          <a:schemeClr val="dk1"/>
                        </a:solidFill>
                        <a:effectLst/>
                        <a:latin typeface="Arial"/>
                        <a:ea typeface="+mn-ea"/>
                        <a:cs typeface="+mn-cs"/>
                      </a:endParaRPr>
                    </a:p>
                  </a:txBody>
                  <a:tcPr marL="95250" marR="95250" marT="47625" marB="47625"/>
                </a:tc>
                <a:tc>
                  <a:txBody>
                    <a:bodyPr/>
                    <a:lstStyle/>
                    <a:p>
                      <a:pPr>
                        <a:lnSpc>
                          <a:spcPct val="116000"/>
                        </a:lnSpc>
                        <a:spcAft>
                          <a:spcPts val="800"/>
                        </a:spcAft>
                      </a:pPr>
                      <a:r>
                        <a:rPr lang="en-US" sz="1200">
                          <a:effectLst/>
                          <a:latin typeface="Arial"/>
                          <a:ea typeface="MS Mincho"/>
                          <a:cs typeface="Times New Roman"/>
                        </a:rPr>
                        <a:t>The actor (All) will open the other actor's profile and press the add friend button and the actor will then see the other actor in their feed more often and can message the other actor as well.</a:t>
                      </a:r>
                      <a:endParaRPr lang="en-CA" sz="1200">
                        <a:effectLst/>
                        <a:latin typeface="Arial"/>
                        <a:ea typeface="MS Mincho"/>
                        <a:cs typeface="Times New Roman"/>
                      </a:endParaRPr>
                    </a:p>
                  </a:txBody>
                  <a:tcPr marL="95250" marR="95250" marT="47625" marB="47625"/>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Case Full Description</a:t>
            </a:r>
            <a:r>
              <a:rPr lang="en-US" sz="2000"/>
              <a:t> </a:t>
            </a:r>
          </a:p>
        </p:txBody>
      </p:sp>
      <p:sp>
        <p:nvSpPr>
          <p:cNvPr id="4" name="Slide Number Placeholder 3"/>
          <p:cNvSpPr>
            <a:spLocks noGrp="1"/>
          </p:cNvSpPr>
          <p:nvPr>
            <p:ph type="sldNum" sz="quarter" idx="11"/>
          </p:nvPr>
        </p:nvSpPr>
        <p:spPr/>
        <p:txBody>
          <a:bodyPr/>
          <a:lstStyle/>
          <a:p>
            <a:pPr>
              <a:defRPr/>
            </a:pPr>
            <a:fld id="{64196DE4-C91C-46FE-96F4-4D8414AA8679}" type="slidenum">
              <a:rPr lang="en-US" smtClean="0"/>
              <a:pPr>
                <a:defRPr/>
              </a:pPr>
              <a:t>5</a:t>
            </a:fld>
            <a:endParaRPr lang="en-US"/>
          </a:p>
        </p:txBody>
      </p:sp>
      <p:graphicFrame>
        <p:nvGraphicFramePr>
          <p:cNvPr id="9" name="Table 8">
            <a:extLst>
              <a:ext uri="{FF2B5EF4-FFF2-40B4-BE49-F238E27FC236}">
                <a16:creationId xmlns:a16="http://schemas.microsoft.com/office/drawing/2014/main" id="{74E367FB-ABE0-14BB-6455-8EB8C9058655}"/>
              </a:ext>
            </a:extLst>
          </p:cNvPr>
          <p:cNvGraphicFramePr>
            <a:graphicFrameLocks noGrp="1"/>
          </p:cNvGraphicFramePr>
          <p:nvPr>
            <p:extLst>
              <p:ext uri="{D42A27DB-BD31-4B8C-83A1-F6EECF244321}">
                <p14:modId xmlns:p14="http://schemas.microsoft.com/office/powerpoint/2010/main" val="2597255688"/>
              </p:ext>
            </p:extLst>
          </p:nvPr>
        </p:nvGraphicFramePr>
        <p:xfrm>
          <a:off x="538053" y="1240696"/>
          <a:ext cx="8064894" cy="5026529"/>
        </p:xfrm>
        <a:graphic>
          <a:graphicData uri="http://schemas.openxmlformats.org/drawingml/2006/table">
            <a:tbl>
              <a:tblPr firstRow="1" bandRow="1">
                <a:tableStyleId>{93296810-A885-4BE3-A3E7-6D5BEEA58F35}</a:tableStyleId>
              </a:tblPr>
              <a:tblGrid>
                <a:gridCol w="1999663">
                  <a:extLst>
                    <a:ext uri="{9D8B030D-6E8A-4147-A177-3AD203B41FA5}">
                      <a16:colId xmlns:a16="http://schemas.microsoft.com/office/drawing/2014/main" val="20000"/>
                    </a:ext>
                  </a:extLst>
                </a:gridCol>
                <a:gridCol w="6065231">
                  <a:extLst>
                    <a:ext uri="{9D8B030D-6E8A-4147-A177-3AD203B41FA5}">
                      <a16:colId xmlns:a16="http://schemas.microsoft.com/office/drawing/2014/main" val="20001"/>
                    </a:ext>
                  </a:extLst>
                </a:gridCol>
              </a:tblGrid>
              <a:tr h="435647">
                <a:tc>
                  <a:txBody>
                    <a:bodyPr/>
                    <a:lstStyle/>
                    <a:p>
                      <a:pPr lvl="0" algn="ctr">
                        <a:lnSpc>
                          <a:spcPct val="107000"/>
                        </a:lnSpc>
                        <a:spcAft>
                          <a:spcPts val="0"/>
                        </a:spcAft>
                        <a:buNone/>
                      </a:pPr>
                      <a:r>
                        <a:rPr lang="en-US" sz="1800">
                          <a:solidFill>
                            <a:srgbClr val="000090"/>
                          </a:solidFill>
                          <a:effectLst/>
                          <a:latin typeface="Arial"/>
                          <a:ea typeface="等线"/>
                          <a:cs typeface="Times New Roman"/>
                        </a:rPr>
                        <a:t>Use case name</a:t>
                      </a:r>
                    </a:p>
                  </a:txBody>
                  <a:tcPr marL="68580" marR="68580" marT="0" marB="0"/>
                </a:tc>
                <a:tc>
                  <a:txBody>
                    <a:bodyPr/>
                    <a:lstStyle/>
                    <a:p>
                      <a:pPr lvl="0" algn="ctr">
                        <a:lnSpc>
                          <a:spcPct val="107000"/>
                        </a:lnSpc>
                        <a:spcAft>
                          <a:spcPts val="0"/>
                        </a:spcAft>
                        <a:buNone/>
                      </a:pPr>
                      <a:r>
                        <a:rPr lang="en-US" sz="1600" b="1" i="0" u="none" strike="noStrike" noProof="0">
                          <a:solidFill>
                            <a:srgbClr val="000090"/>
                          </a:solidFill>
                          <a:effectLst/>
                          <a:latin typeface="Arial"/>
                        </a:rPr>
                        <a:t>Searching Lyrics</a:t>
                      </a:r>
                      <a:r>
                        <a:rPr lang="en-US" sz="2400">
                          <a:solidFill>
                            <a:srgbClr val="000090"/>
                          </a:solidFill>
                          <a:effectLst/>
                          <a:latin typeface="Arial"/>
                          <a:ea typeface="等线"/>
                          <a:cs typeface="Times New Roman"/>
                        </a:rPr>
                        <a:t> </a:t>
                      </a:r>
                      <a:endParaRPr lang="en-CA" sz="2400">
                        <a:solidFill>
                          <a:srgbClr val="000090"/>
                        </a:solidFill>
                        <a:effectLst/>
                        <a:latin typeface="Arial"/>
                        <a:ea typeface="等线"/>
                        <a:cs typeface="Times New Roman"/>
                      </a:endParaRPr>
                    </a:p>
                  </a:txBody>
                  <a:tcPr marL="68580" marR="68580" marT="0" marB="0"/>
                </a:tc>
                <a:extLst>
                  <a:ext uri="{0D108BD9-81ED-4DB2-BD59-A6C34878D82A}">
                    <a16:rowId xmlns:a16="http://schemas.microsoft.com/office/drawing/2014/main" val="10000"/>
                  </a:ext>
                </a:extLst>
              </a:tr>
              <a:tr h="276492">
                <a:tc>
                  <a:txBody>
                    <a:bodyPr/>
                    <a:lstStyle/>
                    <a:p>
                      <a:pPr lvl="0">
                        <a:buNone/>
                      </a:pPr>
                      <a:r>
                        <a:rPr lang="en-US" sz="1200" b="0" i="0" u="none" strike="noStrike" noProof="0">
                          <a:latin typeface="Arial"/>
                        </a:rPr>
                        <a:t>Iteration</a:t>
                      </a:r>
                    </a:p>
                  </a:txBody>
                  <a:tcPr/>
                </a:tc>
                <a:tc>
                  <a:txBody>
                    <a:bodyPr/>
                    <a:lstStyle/>
                    <a:p>
                      <a:pPr lvl="0">
                        <a:buNone/>
                      </a:pPr>
                      <a:r>
                        <a:rPr lang="en-US" sz="1200" b="0" i="0" u="none" strike="noStrike" noProof="0">
                          <a:latin typeface="Arial"/>
                        </a:rPr>
                        <a:t>1, last modification: February 27 by H. Giang Dang</a:t>
                      </a:r>
                    </a:p>
                  </a:txBody>
                  <a:tcPr/>
                </a:tc>
                <a:extLst>
                  <a:ext uri="{0D108BD9-81ED-4DB2-BD59-A6C34878D82A}">
                    <a16:rowId xmlns:a16="http://schemas.microsoft.com/office/drawing/2014/main" val="10001"/>
                  </a:ext>
                </a:extLst>
              </a:tr>
              <a:tr h="272254">
                <a:tc>
                  <a:txBody>
                    <a:bodyPr/>
                    <a:lstStyle/>
                    <a:p>
                      <a:pPr lvl="0">
                        <a:buNone/>
                      </a:pPr>
                      <a:r>
                        <a:rPr lang="en-US" sz="1200" b="0" i="0" u="none" strike="noStrike" noProof="0">
                          <a:latin typeface="Arial"/>
                        </a:rPr>
                        <a:t>Primary Actor</a:t>
                      </a:r>
                    </a:p>
                  </a:txBody>
                  <a:tcPr/>
                </a:tc>
                <a:tc>
                  <a:txBody>
                    <a:bodyPr/>
                    <a:lstStyle/>
                    <a:p>
                      <a:pPr lvl="0">
                        <a:buNone/>
                      </a:pPr>
                      <a:r>
                        <a:rPr lang="en-US" sz="1200" b="0" i="0" u="none" strike="noStrike" noProof="0">
                          <a:latin typeface="Arial"/>
                        </a:rPr>
                        <a:t>Buyer</a:t>
                      </a:r>
                    </a:p>
                  </a:txBody>
                  <a:tcPr/>
                </a:tc>
                <a:extLst>
                  <a:ext uri="{0D108BD9-81ED-4DB2-BD59-A6C34878D82A}">
                    <a16:rowId xmlns:a16="http://schemas.microsoft.com/office/drawing/2014/main" val="10002"/>
                  </a:ext>
                </a:extLst>
              </a:tr>
              <a:tr h="291030">
                <a:tc>
                  <a:txBody>
                    <a:bodyPr/>
                    <a:lstStyle/>
                    <a:p>
                      <a:pPr lvl="0">
                        <a:buNone/>
                      </a:pPr>
                      <a:r>
                        <a:rPr lang="en-US" sz="1200" b="0" i="0" u="none" strike="noStrike" noProof="0">
                          <a:solidFill>
                            <a:srgbClr val="000000"/>
                          </a:solidFill>
                          <a:latin typeface="Arial"/>
                        </a:rPr>
                        <a:t>Goal in context</a:t>
                      </a:r>
                      <a:endParaRPr lang="en-US">
                        <a:latin typeface="Arial"/>
                      </a:endParaRPr>
                    </a:p>
                  </a:txBody>
                  <a:tcPr/>
                </a:tc>
                <a:tc>
                  <a:txBody>
                    <a:bodyPr/>
                    <a:lstStyle/>
                    <a:p>
                      <a:pPr lvl="0">
                        <a:buNone/>
                      </a:pPr>
                      <a:r>
                        <a:rPr lang="en-US" sz="1200" b="0" i="0" u="none" strike="noStrike" noProof="0">
                          <a:solidFill>
                            <a:srgbClr val="000000"/>
                          </a:solidFill>
                          <a:latin typeface="Arial"/>
                        </a:rPr>
                        <a:t>The buyer searches for their desired lyrics and finds what the buyer is looking for. </a:t>
                      </a:r>
                      <a:endParaRPr lang="en-US">
                        <a:latin typeface="Arial"/>
                      </a:endParaRPr>
                    </a:p>
                  </a:txBody>
                  <a:tcPr/>
                </a:tc>
                <a:extLst>
                  <a:ext uri="{0D108BD9-81ED-4DB2-BD59-A6C34878D82A}">
                    <a16:rowId xmlns:a16="http://schemas.microsoft.com/office/drawing/2014/main" val="10003"/>
                  </a:ext>
                </a:extLst>
              </a:tr>
              <a:tr h="272254">
                <a:tc>
                  <a:txBody>
                    <a:bodyPr/>
                    <a:lstStyle/>
                    <a:p>
                      <a:pPr lvl="0">
                        <a:buNone/>
                      </a:pPr>
                      <a:r>
                        <a:rPr lang="en-US" sz="1200" b="1" i="0" u="none" strike="noStrike" noProof="0">
                          <a:latin typeface="Arial"/>
                        </a:rPr>
                        <a:t>Trigger</a:t>
                      </a:r>
                    </a:p>
                  </a:txBody>
                  <a:tcPr/>
                </a:tc>
                <a:tc>
                  <a:txBody>
                    <a:bodyPr/>
                    <a:lstStyle/>
                    <a:p>
                      <a:pPr lvl="0">
                        <a:buNone/>
                      </a:pPr>
                      <a:r>
                        <a:rPr lang="en-US" sz="1200" b="1" i="0" u="none" strike="noStrike" noProof="0">
                          <a:latin typeface="Arial"/>
                        </a:rPr>
                        <a:t>The buyer decides to search for lyrics and purchase.</a:t>
                      </a:r>
                    </a:p>
                  </a:txBody>
                  <a:tcPr/>
                </a:tc>
                <a:extLst>
                  <a:ext uri="{0D108BD9-81ED-4DB2-BD59-A6C34878D82A}">
                    <a16:rowId xmlns:a16="http://schemas.microsoft.com/office/drawing/2014/main" val="10005"/>
                  </a:ext>
                </a:extLst>
              </a:tr>
              <a:tr h="1965071">
                <a:tc>
                  <a:txBody>
                    <a:bodyPr/>
                    <a:lstStyle/>
                    <a:p>
                      <a:pPr lvl="0">
                        <a:buNone/>
                      </a:pPr>
                      <a:r>
                        <a:rPr lang="en-US" sz="1200" b="1" i="0" u="none" strike="noStrike" noProof="0">
                          <a:latin typeface="Arial"/>
                        </a:rPr>
                        <a:t>Scenario</a:t>
                      </a:r>
                      <a:endParaRPr lang="en-US" b="1">
                        <a:latin typeface="Arial"/>
                      </a:endParaRPr>
                    </a:p>
                  </a:txBody>
                  <a:tcPr/>
                </a:tc>
                <a:tc>
                  <a:txBody>
                    <a:bodyPr/>
                    <a:lstStyle/>
                    <a:p>
                      <a:pPr marL="285750" lvl="0" indent="-285750" algn="l">
                        <a:lnSpc>
                          <a:spcPct val="100000"/>
                        </a:lnSpc>
                        <a:spcBef>
                          <a:spcPts val="0"/>
                        </a:spcBef>
                        <a:spcAft>
                          <a:spcPts val="0"/>
                        </a:spcAft>
                        <a:buFont typeface="Arial"/>
                        <a:buChar char="•"/>
                      </a:pPr>
                      <a:r>
                        <a:rPr lang="en-US" sz="1200" b="1" i="0" u="none" strike="noStrike" noProof="0">
                          <a:latin typeface="Arial"/>
                        </a:rPr>
                        <a:t>The buyer opens the “Lyricist” app.</a:t>
                      </a:r>
                    </a:p>
                    <a:p>
                      <a:pPr marL="285750" lvl="0" indent="-285750" algn="l">
                        <a:lnSpc>
                          <a:spcPct val="100000"/>
                        </a:lnSpc>
                        <a:spcBef>
                          <a:spcPts val="0"/>
                        </a:spcBef>
                        <a:spcAft>
                          <a:spcPts val="0"/>
                        </a:spcAft>
                        <a:buFont typeface="Arial"/>
                        <a:buChar char="•"/>
                      </a:pPr>
                      <a:r>
                        <a:rPr lang="en-US" sz="1200" b="1" i="0" u="none" strike="noStrike" noProof="0">
                          <a:latin typeface="Arial"/>
                        </a:rPr>
                        <a:t>The app displays the home page and primary menu at the bottom of the screen.</a:t>
                      </a:r>
                    </a:p>
                    <a:p>
                      <a:pPr marL="285750" lvl="0" indent="-285750" algn="l">
                        <a:lnSpc>
                          <a:spcPct val="100000"/>
                        </a:lnSpc>
                        <a:spcBef>
                          <a:spcPts val="0"/>
                        </a:spcBef>
                        <a:spcAft>
                          <a:spcPts val="0"/>
                        </a:spcAft>
                        <a:buFont typeface="Arial"/>
                        <a:buChar char="•"/>
                      </a:pPr>
                      <a:r>
                        <a:rPr lang="en-US" sz="1200" b="1" i="0" u="none" strike="noStrike" noProof="0">
                          <a:latin typeface="Arial"/>
                        </a:rPr>
                        <a:t>The buyer click the magnifying glass icon.</a:t>
                      </a:r>
                    </a:p>
                    <a:p>
                      <a:pPr marL="285750" lvl="0" indent="-285750" algn="l">
                        <a:lnSpc>
                          <a:spcPct val="100000"/>
                        </a:lnSpc>
                        <a:spcBef>
                          <a:spcPts val="0"/>
                        </a:spcBef>
                        <a:spcAft>
                          <a:spcPts val="0"/>
                        </a:spcAft>
                        <a:buFont typeface="Arial"/>
                        <a:buChar char="•"/>
                      </a:pPr>
                      <a:r>
                        <a:rPr lang="en-US" sz="1200" b="1" i="0" u="none" strike="noStrike" noProof="0">
                          <a:latin typeface="Arial"/>
                        </a:rPr>
                        <a:t>The buyer hit the “Search here” bar.</a:t>
                      </a:r>
                    </a:p>
                    <a:p>
                      <a:pPr marL="285750" lvl="0" indent="-285750" algn="l">
                        <a:lnSpc>
                          <a:spcPct val="100000"/>
                        </a:lnSpc>
                        <a:spcBef>
                          <a:spcPts val="0"/>
                        </a:spcBef>
                        <a:spcAft>
                          <a:spcPts val="0"/>
                        </a:spcAft>
                        <a:buFont typeface="Arial"/>
                        <a:buChar char="•"/>
                      </a:pPr>
                      <a:r>
                        <a:rPr lang="en-US" sz="1200" b="1" i="0" u="none" strike="noStrike" noProof="0">
                          <a:latin typeface="Arial"/>
                        </a:rPr>
                        <a:t>The buyer’s digital keyboard slides up.</a:t>
                      </a:r>
                    </a:p>
                    <a:p>
                      <a:pPr marL="285750" lvl="0" indent="-285750" algn="l">
                        <a:lnSpc>
                          <a:spcPct val="100000"/>
                        </a:lnSpc>
                        <a:spcBef>
                          <a:spcPts val="0"/>
                        </a:spcBef>
                        <a:spcAft>
                          <a:spcPts val="0"/>
                        </a:spcAft>
                        <a:buFont typeface="Arial"/>
                        <a:buChar char="•"/>
                      </a:pPr>
                      <a:r>
                        <a:rPr lang="en-US" sz="1200" b="1" i="0" u="none" strike="noStrike" noProof="0">
                          <a:latin typeface="Arial"/>
                        </a:rPr>
                        <a:t>The buyer types in their desired search.</a:t>
                      </a:r>
                    </a:p>
                    <a:p>
                      <a:pPr marL="285750" lvl="0" indent="-285750" algn="l">
                        <a:lnSpc>
                          <a:spcPct val="100000"/>
                        </a:lnSpc>
                        <a:spcBef>
                          <a:spcPts val="0"/>
                        </a:spcBef>
                        <a:spcAft>
                          <a:spcPts val="0"/>
                        </a:spcAft>
                        <a:buFont typeface="Arial"/>
                        <a:buChar char="•"/>
                      </a:pPr>
                      <a:r>
                        <a:rPr lang="en-US" sz="1200" b="1" i="0" u="none" strike="noStrike" noProof="0">
                          <a:latin typeface="Arial"/>
                        </a:rPr>
                        <a:t>The app shows numerous lyric listings.</a:t>
                      </a:r>
                    </a:p>
                    <a:p>
                      <a:pPr marL="285750" lvl="0" indent="-285750" algn="l">
                        <a:lnSpc>
                          <a:spcPct val="100000"/>
                        </a:lnSpc>
                        <a:spcBef>
                          <a:spcPts val="0"/>
                        </a:spcBef>
                        <a:spcAft>
                          <a:spcPts val="0"/>
                        </a:spcAft>
                        <a:buFont typeface="Arial"/>
                        <a:buChar char="•"/>
                      </a:pPr>
                      <a:r>
                        <a:rPr lang="en-US" sz="1200" b="1" i="0" u="none" strike="noStrike" noProof="0">
                          <a:latin typeface="Arial"/>
                        </a:rPr>
                        <a:t>The buyer scrolls through the lyric listings.</a:t>
                      </a:r>
                    </a:p>
                    <a:p>
                      <a:pPr marL="285750" lvl="0" indent="-285750" algn="l">
                        <a:lnSpc>
                          <a:spcPct val="100000"/>
                        </a:lnSpc>
                        <a:spcBef>
                          <a:spcPts val="0"/>
                        </a:spcBef>
                        <a:spcAft>
                          <a:spcPts val="0"/>
                        </a:spcAft>
                        <a:buFont typeface="Arial"/>
                        <a:buChar char="•"/>
                      </a:pPr>
                      <a:r>
                        <a:rPr lang="en-US" sz="1200" b="1" i="0" u="none" strike="noStrike" noProof="0">
                          <a:latin typeface="Arial"/>
                        </a:rPr>
                        <a:t>The buyer selects their desired lyric listing.</a:t>
                      </a:r>
                    </a:p>
                    <a:p>
                      <a:pPr marL="285750" lvl="0" indent="-285750" algn="l">
                        <a:lnSpc>
                          <a:spcPct val="100000"/>
                        </a:lnSpc>
                        <a:spcBef>
                          <a:spcPts val="0"/>
                        </a:spcBef>
                        <a:spcAft>
                          <a:spcPts val="0"/>
                        </a:spcAft>
                        <a:buFont typeface="Arial"/>
                        <a:buChar char="•"/>
                      </a:pPr>
                      <a:r>
                        <a:rPr lang="en-US" sz="1200" b="1" i="0" u="none" strike="noStrike" noProof="0">
                          <a:latin typeface="Arial"/>
                        </a:rPr>
                        <a:t>The app displays the details of the lyric listing.   </a:t>
                      </a:r>
                    </a:p>
                  </a:txBody>
                  <a:tcPr/>
                </a:tc>
                <a:extLst>
                  <a:ext uri="{0D108BD9-81ED-4DB2-BD59-A6C34878D82A}">
                    <a16:rowId xmlns:a16="http://schemas.microsoft.com/office/drawing/2014/main" val="10006"/>
                  </a:ext>
                </a:extLst>
              </a:tr>
              <a:tr h="435647">
                <a:tc>
                  <a:txBody>
                    <a:bodyPr/>
                    <a:lstStyle/>
                    <a:p>
                      <a:pPr lvl="0">
                        <a:buNone/>
                      </a:pPr>
                      <a:r>
                        <a:rPr lang="en-US" sz="1200" b="0" i="0" u="none" strike="noStrike" noProof="0">
                          <a:latin typeface="Arial"/>
                        </a:rPr>
                        <a:t>Exceptions</a:t>
                      </a:r>
                    </a:p>
                  </a:txBody>
                  <a:tcPr/>
                </a:tc>
                <a:tc>
                  <a:txBody>
                    <a:bodyPr/>
                    <a:lstStyle/>
                    <a:p>
                      <a:pPr lvl="0" algn="l">
                        <a:lnSpc>
                          <a:spcPct val="100000"/>
                        </a:lnSpc>
                        <a:spcBef>
                          <a:spcPts val="0"/>
                        </a:spcBef>
                        <a:spcAft>
                          <a:spcPts val="0"/>
                        </a:spcAft>
                        <a:buNone/>
                      </a:pPr>
                      <a:r>
                        <a:rPr lang="en-US" sz="1200" b="0" i="0" u="none" strike="noStrike" noProof="0">
                          <a:latin typeface="Arial"/>
                        </a:rPr>
                        <a:t>1.No search results found: If the buyer's desired search yields no results, the app should handle and display an appropriate message or offer alternative suggestions.</a:t>
                      </a:r>
                    </a:p>
                    <a:p>
                      <a:pPr lvl="0" algn="l">
                        <a:lnSpc>
                          <a:spcPct val="100000"/>
                        </a:lnSpc>
                        <a:spcBef>
                          <a:spcPts val="0"/>
                        </a:spcBef>
                        <a:spcAft>
                          <a:spcPts val="0"/>
                        </a:spcAft>
                        <a:buNone/>
                      </a:pPr>
                      <a:r>
                        <a:rPr lang="en-US" sz="1200" b="0" i="0" u="none" strike="noStrike" noProof="0">
                          <a:latin typeface="Arial"/>
                        </a:rPr>
                        <a:t>2.Technical issues: In case of technical difficulties such as server downtime or network issues, the app should provide error messages and guidance for the buyer.</a:t>
                      </a:r>
                      <a:endParaRPr lang="en-US">
                        <a:latin typeface="Arial"/>
                      </a:endParaRPr>
                    </a:p>
                    <a:p>
                      <a:pPr lvl="0" algn="l">
                        <a:lnSpc>
                          <a:spcPct val="100000"/>
                        </a:lnSpc>
                        <a:spcBef>
                          <a:spcPts val="0"/>
                        </a:spcBef>
                        <a:spcAft>
                          <a:spcPts val="0"/>
                        </a:spcAft>
                        <a:buNone/>
                      </a:pPr>
                      <a:r>
                        <a:rPr lang="en-US" sz="1200" b="0" i="0" u="none" strike="noStrike" noProof="0">
                          <a:latin typeface="Arial"/>
                        </a:rPr>
                        <a:t>3. Incorrect search results: If the search algorithm returns inaccurate or irrelevant results, the app should allow the buyer to refine their search criteria or provide feedback for improvement.</a:t>
                      </a:r>
                      <a:endParaRPr lang="en-US">
                        <a:latin typeface="Arial"/>
                      </a:endParaRP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Case Full Description</a:t>
            </a:r>
            <a:r>
              <a:rPr lang="en-US" sz="2000"/>
              <a:t> </a:t>
            </a:r>
          </a:p>
        </p:txBody>
      </p:sp>
      <p:sp>
        <p:nvSpPr>
          <p:cNvPr id="4" name="Slide Number Placeholder 3"/>
          <p:cNvSpPr>
            <a:spLocks noGrp="1"/>
          </p:cNvSpPr>
          <p:nvPr>
            <p:ph type="sldNum" sz="quarter" idx="11"/>
          </p:nvPr>
        </p:nvSpPr>
        <p:spPr/>
        <p:txBody>
          <a:bodyPr/>
          <a:lstStyle/>
          <a:p>
            <a:pPr>
              <a:defRPr/>
            </a:pPr>
            <a:fld id="{64196DE4-C91C-46FE-96F4-4D8414AA8679}" type="slidenum">
              <a:rPr lang="en-US" smtClean="0"/>
              <a:pPr>
                <a:defRPr/>
              </a:pPr>
              <a:t>6</a:t>
            </a:fld>
            <a:endParaRPr lang="en-US"/>
          </a:p>
        </p:txBody>
      </p:sp>
      <p:graphicFrame>
        <p:nvGraphicFramePr>
          <p:cNvPr id="5" name="Table 4">
            <a:extLst>
              <a:ext uri="{FF2B5EF4-FFF2-40B4-BE49-F238E27FC236}">
                <a16:creationId xmlns:a16="http://schemas.microsoft.com/office/drawing/2014/main" id="{13E25C0A-0A4B-6BBD-7029-83AA09876AD8}"/>
              </a:ext>
            </a:extLst>
          </p:cNvPr>
          <p:cNvGraphicFramePr>
            <a:graphicFrameLocks noGrp="1"/>
          </p:cNvGraphicFramePr>
          <p:nvPr>
            <p:extLst>
              <p:ext uri="{D42A27DB-BD31-4B8C-83A1-F6EECF244321}">
                <p14:modId xmlns:p14="http://schemas.microsoft.com/office/powerpoint/2010/main" val="3373894630"/>
              </p:ext>
            </p:extLst>
          </p:nvPr>
        </p:nvGraphicFramePr>
        <p:xfrm>
          <a:off x="538052" y="1292330"/>
          <a:ext cx="8064893" cy="4996817"/>
        </p:xfrm>
        <a:graphic>
          <a:graphicData uri="http://schemas.openxmlformats.org/drawingml/2006/table">
            <a:tbl>
              <a:tblPr firstRow="1" bandRow="1">
                <a:tableStyleId>{93296810-A885-4BE3-A3E7-6D5BEEA58F35}</a:tableStyleId>
              </a:tblPr>
              <a:tblGrid>
                <a:gridCol w="1877618">
                  <a:extLst>
                    <a:ext uri="{9D8B030D-6E8A-4147-A177-3AD203B41FA5}">
                      <a16:colId xmlns:a16="http://schemas.microsoft.com/office/drawing/2014/main" val="20000"/>
                    </a:ext>
                  </a:extLst>
                </a:gridCol>
                <a:gridCol w="6187275">
                  <a:extLst>
                    <a:ext uri="{9D8B030D-6E8A-4147-A177-3AD203B41FA5}">
                      <a16:colId xmlns:a16="http://schemas.microsoft.com/office/drawing/2014/main" val="20001"/>
                    </a:ext>
                  </a:extLst>
                </a:gridCol>
              </a:tblGrid>
              <a:tr h="483861">
                <a:tc>
                  <a:txBody>
                    <a:bodyPr/>
                    <a:lstStyle/>
                    <a:p>
                      <a:pPr algn="ctr">
                        <a:lnSpc>
                          <a:spcPct val="107000"/>
                        </a:lnSpc>
                        <a:spcAft>
                          <a:spcPts val="0"/>
                        </a:spcAft>
                      </a:pPr>
                      <a:r>
                        <a:rPr lang="en-US" sz="1800">
                          <a:solidFill>
                            <a:srgbClr val="000090"/>
                          </a:solidFill>
                          <a:effectLst/>
                          <a:latin typeface="Arial"/>
                          <a:ea typeface="等线"/>
                          <a:cs typeface="Times New Roman"/>
                        </a:rPr>
                        <a:t>Goal Use Cases</a:t>
                      </a:r>
                      <a:endParaRPr lang="en-CA" sz="1800">
                        <a:solidFill>
                          <a:srgbClr val="000090"/>
                        </a:solidFill>
                        <a:effectLst/>
                        <a:latin typeface="Arial"/>
                        <a:ea typeface="等线"/>
                        <a:cs typeface="Times New Roman"/>
                      </a:endParaRPr>
                    </a:p>
                  </a:txBody>
                  <a:tcPr marL="68580" marR="68580" marT="0" marB="0" anchor="ctr"/>
                </a:tc>
                <a:tc>
                  <a:txBody>
                    <a:bodyPr/>
                    <a:lstStyle/>
                    <a:p>
                      <a:pPr lvl="0" algn="ctr">
                        <a:lnSpc>
                          <a:spcPct val="100000"/>
                        </a:lnSpc>
                        <a:spcBef>
                          <a:spcPts val="0"/>
                        </a:spcBef>
                        <a:spcAft>
                          <a:spcPts val="0"/>
                        </a:spcAft>
                        <a:buNone/>
                      </a:pPr>
                      <a:r>
                        <a:rPr lang="en-US" sz="2000" b="1" i="0" u="none" strike="noStrike" noProof="0">
                          <a:solidFill>
                            <a:srgbClr val="000090"/>
                          </a:solidFill>
                          <a:effectLst/>
                          <a:latin typeface="Arial"/>
                        </a:rPr>
                        <a:t>Searching Lyrics</a:t>
                      </a:r>
                      <a:r>
                        <a:rPr lang="en-US" sz="3200" b="1" i="0" u="none" strike="noStrike" noProof="0">
                          <a:solidFill>
                            <a:srgbClr val="000090"/>
                          </a:solidFill>
                          <a:effectLst/>
                          <a:latin typeface="Arial"/>
                        </a:rPr>
                        <a:t> </a:t>
                      </a:r>
                      <a:endParaRPr lang="en-US" sz="3200" b="1">
                        <a:latin typeface="Arial"/>
                      </a:endParaRPr>
                    </a:p>
                  </a:txBody>
                  <a:tcPr marL="68580" marR="68580" marT="0" marB="0" anchor="ctr"/>
                </a:tc>
                <a:extLst>
                  <a:ext uri="{0D108BD9-81ED-4DB2-BD59-A6C34878D82A}">
                    <a16:rowId xmlns:a16="http://schemas.microsoft.com/office/drawing/2014/main" val="10000"/>
                  </a:ext>
                </a:extLst>
              </a:tr>
              <a:tr h="435647">
                <a:tc>
                  <a:txBody>
                    <a:bodyPr/>
                    <a:lstStyle/>
                    <a:p>
                      <a:pPr lvl="0">
                        <a:buNone/>
                      </a:pPr>
                      <a:r>
                        <a:rPr lang="en-US" sz="1200" b="0" i="0" u="none" strike="noStrike" noProof="0">
                          <a:latin typeface="Arial"/>
                        </a:rPr>
                        <a:t>Priority</a:t>
                      </a:r>
                    </a:p>
                  </a:txBody>
                  <a:tcPr/>
                </a:tc>
                <a:tc>
                  <a:txBody>
                    <a:bodyPr/>
                    <a:lstStyle/>
                    <a:p>
                      <a:pPr lvl="0">
                        <a:buNone/>
                      </a:pPr>
                      <a:r>
                        <a:rPr lang="en-US" sz="1200" b="0" i="0" u="none" strike="noStrike" noProof="0">
                          <a:latin typeface="Arial"/>
                        </a:rPr>
                        <a:t>Moderate priority, to be implemented after basic functions</a:t>
                      </a:r>
                    </a:p>
                  </a:txBody>
                  <a:tcPr/>
                </a:tc>
                <a:extLst>
                  <a:ext uri="{0D108BD9-81ED-4DB2-BD59-A6C34878D82A}">
                    <a16:rowId xmlns:a16="http://schemas.microsoft.com/office/drawing/2014/main" val="10002"/>
                  </a:ext>
                </a:extLst>
              </a:tr>
              <a:tr h="435647">
                <a:tc>
                  <a:txBody>
                    <a:bodyPr/>
                    <a:lstStyle/>
                    <a:p>
                      <a:pPr lvl="0">
                        <a:buNone/>
                      </a:pPr>
                      <a:r>
                        <a:rPr lang="en-US" sz="1200" b="1" i="0" u="none" strike="noStrike" noProof="0">
                          <a:latin typeface="Arial"/>
                        </a:rPr>
                        <a:t>Pre-conditions</a:t>
                      </a:r>
                      <a:endParaRPr lang="en-US" b="1" i="0">
                        <a:latin typeface="Arial"/>
                      </a:endParaRPr>
                    </a:p>
                  </a:txBody>
                  <a:tcPr/>
                </a:tc>
                <a:tc>
                  <a:txBody>
                    <a:bodyPr/>
                    <a:lstStyle/>
                    <a:p>
                      <a:pPr lvl="0" algn="l">
                        <a:lnSpc>
                          <a:spcPct val="100000"/>
                        </a:lnSpc>
                        <a:spcBef>
                          <a:spcPts val="0"/>
                        </a:spcBef>
                        <a:spcAft>
                          <a:spcPts val="0"/>
                        </a:spcAft>
                        <a:buNone/>
                      </a:pPr>
                      <a:r>
                        <a:rPr lang="en-US" sz="1200" b="1" i="0" u="none" strike="noStrike" noProof="0">
                          <a:latin typeface="Arial"/>
                        </a:rPr>
                        <a:t>The Buyer is registered and logged into the Lyricist app. </a:t>
                      </a:r>
                      <a:endParaRPr lang="en-US" b="1" i="0">
                        <a:latin typeface="Arial"/>
                      </a:endParaRPr>
                    </a:p>
                    <a:p>
                      <a:pPr lvl="0" algn="l">
                        <a:lnSpc>
                          <a:spcPct val="100000"/>
                        </a:lnSpc>
                        <a:spcBef>
                          <a:spcPts val="0"/>
                        </a:spcBef>
                        <a:spcAft>
                          <a:spcPts val="0"/>
                        </a:spcAft>
                        <a:buNone/>
                      </a:pPr>
                      <a:r>
                        <a:rPr lang="en-US" sz="1200" b="1" i="0" u="none" strike="noStrike" noProof="0">
                          <a:latin typeface="Arial"/>
                        </a:rPr>
                        <a:t>The app has the newest deployed version of the app.</a:t>
                      </a:r>
                      <a:endParaRPr lang="en-US" b="1" i="0">
                        <a:latin typeface="Arial"/>
                      </a:endParaRPr>
                    </a:p>
                  </a:txBody>
                  <a:tcPr/>
                </a:tc>
                <a:extLst>
                  <a:ext uri="{0D108BD9-81ED-4DB2-BD59-A6C34878D82A}">
                    <a16:rowId xmlns:a16="http://schemas.microsoft.com/office/drawing/2014/main" val="3376167926"/>
                  </a:ext>
                </a:extLst>
              </a:tr>
              <a:tr h="435647">
                <a:tc>
                  <a:txBody>
                    <a:bodyPr/>
                    <a:lstStyle/>
                    <a:p>
                      <a:pPr lvl="0">
                        <a:buNone/>
                      </a:pPr>
                      <a:r>
                        <a:rPr lang="en-US" sz="1200" b="1" i="0" u="none" strike="noStrike" noProof="0">
                          <a:latin typeface="Arial"/>
                        </a:rPr>
                        <a:t>Post-conditions</a:t>
                      </a:r>
                      <a:endParaRPr lang="en-US" b="1" i="0">
                        <a:latin typeface="Arial"/>
                      </a:endParaRPr>
                    </a:p>
                  </a:txBody>
                  <a:tcPr/>
                </a:tc>
                <a:tc>
                  <a:txBody>
                    <a:bodyPr/>
                    <a:lstStyle/>
                    <a:p>
                      <a:pPr lvl="0" algn="l">
                        <a:lnSpc>
                          <a:spcPct val="100000"/>
                        </a:lnSpc>
                        <a:spcBef>
                          <a:spcPts val="0"/>
                        </a:spcBef>
                        <a:spcAft>
                          <a:spcPts val="0"/>
                        </a:spcAft>
                        <a:buNone/>
                      </a:pPr>
                      <a:r>
                        <a:rPr lang="en-US" sz="1200" b="1" i="0" u="none" strike="noStrike" noProof="0">
                          <a:latin typeface="Arial"/>
                        </a:rPr>
                        <a:t>The Buyer has completed their search for lyrics.</a:t>
                      </a:r>
                      <a:endParaRPr lang="en-US" b="1" i="0">
                        <a:latin typeface="Arial"/>
                      </a:endParaRPr>
                    </a:p>
                    <a:p>
                      <a:pPr lvl="0" algn="l">
                        <a:lnSpc>
                          <a:spcPct val="100000"/>
                        </a:lnSpc>
                        <a:spcBef>
                          <a:spcPts val="0"/>
                        </a:spcBef>
                        <a:spcAft>
                          <a:spcPts val="0"/>
                        </a:spcAft>
                        <a:buNone/>
                      </a:pPr>
                      <a:r>
                        <a:rPr lang="en-US" sz="1200" b="1" i="0" u="none" strike="noStrike" noProof="0">
                          <a:latin typeface="Arial"/>
                        </a:rPr>
                        <a:t>The Buyer has viewed the details of the selected lyric listing and purchased</a:t>
                      </a:r>
                      <a:endParaRPr lang="en-US" b="1" i="0">
                        <a:latin typeface="Arial"/>
                      </a:endParaRPr>
                    </a:p>
                  </a:txBody>
                  <a:tcPr/>
                </a:tc>
                <a:extLst>
                  <a:ext uri="{0D108BD9-81ED-4DB2-BD59-A6C34878D82A}">
                    <a16:rowId xmlns:a16="http://schemas.microsoft.com/office/drawing/2014/main" val="1488230547"/>
                  </a:ext>
                </a:extLst>
              </a:tr>
              <a:tr h="300418">
                <a:tc>
                  <a:txBody>
                    <a:bodyPr/>
                    <a:lstStyle/>
                    <a:p>
                      <a:pPr lvl="0">
                        <a:buNone/>
                      </a:pPr>
                      <a:r>
                        <a:rPr lang="en-US" sz="1200" b="0" i="0" u="none" strike="noStrike" noProof="0">
                          <a:latin typeface="Arial"/>
                        </a:rPr>
                        <a:t>When Available</a:t>
                      </a:r>
                    </a:p>
                  </a:txBody>
                  <a:tcPr/>
                </a:tc>
                <a:tc>
                  <a:txBody>
                    <a:bodyPr/>
                    <a:lstStyle/>
                    <a:p>
                      <a:pPr lvl="0">
                        <a:buNone/>
                      </a:pPr>
                      <a:r>
                        <a:rPr lang="en-US" sz="1200" b="0" i="0" u="none" strike="noStrike" noProof="0">
                          <a:latin typeface="Arial"/>
                        </a:rPr>
                        <a:t>Third increment</a:t>
                      </a:r>
                    </a:p>
                  </a:txBody>
                  <a:tcPr/>
                </a:tc>
                <a:extLst>
                  <a:ext uri="{0D108BD9-81ED-4DB2-BD59-A6C34878D82A}">
                    <a16:rowId xmlns:a16="http://schemas.microsoft.com/office/drawing/2014/main" val="10003"/>
                  </a:ext>
                </a:extLst>
              </a:tr>
              <a:tr h="281642">
                <a:tc>
                  <a:txBody>
                    <a:bodyPr/>
                    <a:lstStyle/>
                    <a:p>
                      <a:pPr lvl="0">
                        <a:buNone/>
                      </a:pPr>
                      <a:r>
                        <a:rPr lang="en-US" sz="1200" b="0" i="0" u="none" strike="noStrike" noProof="0">
                          <a:latin typeface="Arial"/>
                        </a:rPr>
                        <a:t>Frequency of use</a:t>
                      </a:r>
                    </a:p>
                  </a:txBody>
                  <a:tcPr/>
                </a:tc>
                <a:tc>
                  <a:txBody>
                    <a:bodyPr/>
                    <a:lstStyle/>
                    <a:p>
                      <a:pPr lvl="0">
                        <a:buNone/>
                      </a:pPr>
                      <a:r>
                        <a:rPr lang="en-US" sz="1200" b="0" i="0" u="none" strike="noStrike" noProof="0">
                          <a:latin typeface="Arial"/>
                        </a:rPr>
                        <a:t>Infrequent</a:t>
                      </a:r>
                    </a:p>
                  </a:txBody>
                  <a:tcPr/>
                </a:tc>
                <a:extLst>
                  <a:ext uri="{0D108BD9-81ED-4DB2-BD59-A6C34878D82A}">
                    <a16:rowId xmlns:a16="http://schemas.microsoft.com/office/drawing/2014/main" val="10004"/>
                  </a:ext>
                </a:extLst>
              </a:tr>
              <a:tr h="272254">
                <a:tc>
                  <a:txBody>
                    <a:bodyPr/>
                    <a:lstStyle/>
                    <a:p>
                      <a:pPr lvl="0">
                        <a:buNone/>
                      </a:pPr>
                      <a:r>
                        <a:rPr lang="en-US" sz="1200" b="0" i="0" u="none" strike="noStrike" noProof="0">
                          <a:latin typeface="Arial"/>
                        </a:rPr>
                        <a:t>Channel to actor</a:t>
                      </a:r>
                    </a:p>
                  </a:txBody>
                  <a:tcPr/>
                </a:tc>
                <a:tc>
                  <a:txBody>
                    <a:bodyPr/>
                    <a:lstStyle/>
                    <a:p>
                      <a:pPr lvl="0">
                        <a:buNone/>
                      </a:pPr>
                      <a:r>
                        <a:rPr lang="en-US" sz="1200" b="0" i="0" u="none" strike="noStrike" noProof="0">
                          <a:latin typeface="Arial"/>
                        </a:rPr>
                        <a:t>Via app or browser and Internet connection</a:t>
                      </a:r>
                      <a:endParaRPr lang="en-US">
                        <a:latin typeface="Arial"/>
                      </a:endParaRPr>
                    </a:p>
                  </a:txBody>
                  <a:tcPr/>
                </a:tc>
                <a:extLst>
                  <a:ext uri="{0D108BD9-81ED-4DB2-BD59-A6C34878D82A}">
                    <a16:rowId xmlns:a16="http://schemas.microsoft.com/office/drawing/2014/main" val="10005"/>
                  </a:ext>
                </a:extLst>
              </a:tr>
              <a:tr h="291030">
                <a:tc>
                  <a:txBody>
                    <a:bodyPr/>
                    <a:lstStyle/>
                    <a:p>
                      <a:pPr lvl="0">
                        <a:buNone/>
                      </a:pPr>
                      <a:r>
                        <a:rPr lang="en-US" sz="1200" b="0" i="0" u="none" strike="noStrike" noProof="0">
                          <a:latin typeface="Arial"/>
                        </a:rPr>
                        <a:t>Secondary actors</a:t>
                      </a:r>
                    </a:p>
                  </a:txBody>
                  <a:tcPr/>
                </a:tc>
                <a:tc>
                  <a:txBody>
                    <a:bodyPr/>
                    <a:lstStyle/>
                    <a:p>
                      <a:pPr lvl="0">
                        <a:buNone/>
                      </a:pPr>
                      <a:r>
                        <a:rPr lang="en-US" sz="1200" b="0" i="0" u="none" strike="noStrike" noProof="0">
                          <a:latin typeface="Arial"/>
                        </a:rPr>
                        <a:t>System administrator, app</a:t>
                      </a:r>
                    </a:p>
                  </a:txBody>
                  <a:tcPr/>
                </a:tc>
                <a:extLst>
                  <a:ext uri="{0D108BD9-81ED-4DB2-BD59-A6C34878D82A}">
                    <a16:rowId xmlns:a16="http://schemas.microsoft.com/office/drawing/2014/main" val="10006"/>
                  </a:ext>
                </a:extLst>
              </a:tr>
              <a:tr h="435647">
                <a:tc>
                  <a:txBody>
                    <a:bodyPr/>
                    <a:lstStyle/>
                    <a:p>
                      <a:pPr lvl="0">
                        <a:buNone/>
                      </a:pPr>
                      <a:r>
                        <a:rPr lang="en-US" sz="1200" b="0" i="0" u="none" strike="noStrike" noProof="0">
                          <a:latin typeface="Arial"/>
                        </a:rPr>
                        <a:t>Channels to secondary actors</a:t>
                      </a:r>
                    </a:p>
                  </a:txBody>
                  <a:tcPr/>
                </a:tc>
                <a:tc>
                  <a:txBody>
                    <a:bodyPr/>
                    <a:lstStyle/>
                    <a:p>
                      <a:pPr lvl="0" algn="l">
                        <a:lnSpc>
                          <a:spcPct val="100000"/>
                        </a:lnSpc>
                        <a:spcBef>
                          <a:spcPts val="0"/>
                        </a:spcBef>
                        <a:spcAft>
                          <a:spcPts val="0"/>
                        </a:spcAft>
                        <a:buNone/>
                      </a:pPr>
                      <a:r>
                        <a:rPr lang="en-US" sz="1200" b="0" i="0" u="none" strike="noStrike" noProof="0">
                          <a:latin typeface="Arial"/>
                        </a:rPr>
                        <a:t>System administrator: PC- based system</a:t>
                      </a:r>
                    </a:p>
                    <a:p>
                      <a:pPr lvl="0" algn="l">
                        <a:lnSpc>
                          <a:spcPct val="100000"/>
                        </a:lnSpc>
                        <a:spcBef>
                          <a:spcPts val="0"/>
                        </a:spcBef>
                        <a:spcAft>
                          <a:spcPts val="0"/>
                        </a:spcAft>
                        <a:buNone/>
                      </a:pPr>
                      <a:r>
                        <a:rPr lang="en-US" sz="1200" b="0" i="0" u="none" strike="noStrike" noProof="0">
                          <a:latin typeface="Arial"/>
                        </a:rPr>
                        <a:t>Device: Phone(app), pc(web)</a:t>
                      </a:r>
                    </a:p>
                  </a:txBody>
                  <a:tcPr/>
                </a:tc>
                <a:extLst>
                  <a:ext uri="{0D108BD9-81ED-4DB2-BD59-A6C34878D82A}">
                    <a16:rowId xmlns:a16="http://schemas.microsoft.com/office/drawing/2014/main" val="10007"/>
                  </a:ext>
                </a:extLst>
              </a:tr>
              <a:tr h="435647">
                <a:tc>
                  <a:txBody>
                    <a:bodyPr/>
                    <a:lstStyle/>
                    <a:p>
                      <a:pPr lvl="0">
                        <a:buNone/>
                      </a:pPr>
                      <a:r>
                        <a:rPr lang="en-US" sz="1200" b="0" i="0" u="none" strike="noStrike" noProof="0">
                          <a:latin typeface="Arial"/>
                        </a:rPr>
                        <a:t>Open Issues</a:t>
                      </a:r>
                    </a:p>
                  </a:txBody>
                  <a:tcPr/>
                </a:tc>
                <a:tc>
                  <a:txBody>
                    <a:bodyPr/>
                    <a:lstStyle/>
                    <a:p>
                      <a:pPr marL="57150" lvl="0" indent="-114300" algn="l">
                        <a:lnSpc>
                          <a:spcPct val="100000"/>
                        </a:lnSpc>
                        <a:spcBef>
                          <a:spcPts val="0"/>
                        </a:spcBef>
                        <a:spcAft>
                          <a:spcPts val="0"/>
                        </a:spcAft>
                        <a:buFont typeface="Arial"/>
                        <a:buChar char="•"/>
                      </a:pPr>
                      <a:r>
                        <a:rPr lang="en-US" sz="1200" b="0" i="0" u="none" strike="noStrike" noProof="0">
                          <a:latin typeface="Arial"/>
                        </a:rPr>
                        <a:t>How will the app collect and process user feedback on search results? Are there mechanisms in place for users to report inaccuracies or suggest improvements?</a:t>
                      </a:r>
                    </a:p>
                    <a:p>
                      <a:pPr marL="57150" lvl="0" indent="-114300" algn="l">
                        <a:lnSpc>
                          <a:spcPct val="100000"/>
                        </a:lnSpc>
                        <a:spcBef>
                          <a:spcPts val="0"/>
                        </a:spcBef>
                        <a:spcAft>
                          <a:spcPts val="0"/>
                        </a:spcAft>
                        <a:buFont typeface="Arial"/>
                        <a:buChar char="•"/>
                      </a:pPr>
                      <a:r>
                        <a:rPr lang="en-US" sz="1200" b="0" i="0" u="none" strike="noStrike" noProof="0">
                          <a:latin typeface="Arial"/>
                        </a:rPr>
                        <a:t>How can the search algorithm be optimized to ensure accurate and relevant results? Are there plans for continuous improvement based on user interactions with the search feature?</a:t>
                      </a:r>
                    </a:p>
                    <a:p>
                      <a:pPr marL="57150" lvl="0" indent="-114300" algn="l">
                        <a:lnSpc>
                          <a:spcPct val="100000"/>
                        </a:lnSpc>
                        <a:spcBef>
                          <a:spcPts val="0"/>
                        </a:spcBef>
                        <a:spcAft>
                          <a:spcPts val="0"/>
                        </a:spcAft>
                        <a:buFont typeface="Arial"/>
                        <a:buChar char="•"/>
                      </a:pPr>
                      <a:r>
                        <a:rPr lang="en-US" sz="1200" b="0" i="0" u="none" strike="noStrike" noProof="0">
                          <a:latin typeface="Arial"/>
                        </a:rPr>
                        <a:t>What specific improvements can be made to the user interface to enhance the search experience? Are there any usability issues reported by users that need to be addressed?</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22754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642937"/>
          </a:xfrm>
        </p:spPr>
        <p:txBody>
          <a:bodyPr wrap="square" anchor="b">
            <a:normAutofit/>
          </a:bodyPr>
          <a:lstStyle/>
          <a:p>
            <a:pPr>
              <a:lnSpc>
                <a:spcPct val="90000"/>
              </a:lnSpc>
            </a:pPr>
            <a:r>
              <a:rPr lang="en-US"/>
              <a:t>Domain Class Diagram first cut</a:t>
            </a:r>
          </a:p>
        </p:txBody>
      </p:sp>
      <p:pic>
        <p:nvPicPr>
          <p:cNvPr id="3" name="Picture 2">
            <a:extLst>
              <a:ext uri="{FF2B5EF4-FFF2-40B4-BE49-F238E27FC236}">
                <a16:creationId xmlns:a16="http://schemas.microsoft.com/office/drawing/2014/main" id="{316C092E-B0EA-4F4D-7CD2-F217126E2CE8}"/>
              </a:ext>
            </a:extLst>
          </p:cNvPr>
          <p:cNvPicPr>
            <a:picLocks noChangeAspect="1"/>
          </p:cNvPicPr>
          <p:nvPr/>
        </p:nvPicPr>
        <p:blipFill rotWithShape="1">
          <a:blip r:embed="rId3">
            <a:extLst>
              <a:ext uri="{BEBA8EAE-BF5A-486C-A8C5-ECC9F3942E4B}">
                <a14:imgProps xmlns:a14="http://schemas.microsoft.com/office/drawing/2010/main">
                  <a14:imgLayer r:embed="rId4">
                    <a14:imgEffect>
                      <a14:sharpenSoften amount="19000"/>
                    </a14:imgEffect>
                    <a14:imgEffect>
                      <a14:colorTemperature colorTemp="6511"/>
                    </a14:imgEffect>
                    <a14:imgEffect>
                      <a14:saturation sat="173000"/>
                    </a14:imgEffect>
                  </a14:imgLayer>
                </a14:imgProps>
              </a:ext>
              <a:ext uri="{28A0092B-C50C-407E-A947-70E740481C1C}">
                <a14:useLocalDpi xmlns:a14="http://schemas.microsoft.com/office/drawing/2010/main" val="0"/>
              </a:ext>
            </a:extLst>
          </a:blip>
          <a:srcRect l="6387" r="8821" b="2156"/>
          <a:stretch/>
        </p:blipFill>
        <p:spPr>
          <a:xfrm>
            <a:off x="323528" y="819241"/>
            <a:ext cx="8064896" cy="6043475"/>
          </a:xfrm>
          <a:prstGeom prst="rect">
            <a:avLst/>
          </a:prstGeom>
          <a:noFill/>
          <a:effectLst>
            <a:glow rad="127000">
              <a:srgbClr val="FF0000">
                <a:alpha val="40000"/>
              </a:srgbClr>
            </a:glow>
          </a:effectLst>
        </p:spPr>
      </p:pic>
      <p:sp>
        <p:nvSpPr>
          <p:cNvPr id="4" name="Slide Number Placeholder 3"/>
          <p:cNvSpPr>
            <a:spLocks noGrp="1"/>
          </p:cNvSpPr>
          <p:nvPr>
            <p:ph type="sldNum" sz="quarter" idx="11"/>
          </p:nvPr>
        </p:nvSpPr>
        <p:spPr>
          <a:xfrm>
            <a:off x="7042150" y="6243638"/>
            <a:ext cx="1905000" cy="457200"/>
          </a:xfrm>
        </p:spPr>
        <p:txBody>
          <a:bodyPr wrap="square" anchor="b">
            <a:normAutofit/>
          </a:bodyPr>
          <a:lstStyle/>
          <a:p>
            <a:pPr>
              <a:spcAft>
                <a:spcPts val="600"/>
              </a:spcAft>
              <a:defRPr/>
            </a:pPr>
            <a:fld id="{64196DE4-C91C-46FE-96F4-4D8414AA8679}" type="slidenum">
              <a:rPr lang="en-US" smtClean="0"/>
              <a:pPr>
                <a:spcAft>
                  <a:spcPts val="600"/>
                </a:spcAft>
                <a:defRPr/>
              </a:pPr>
              <a:t>7</a:t>
            </a:fld>
            <a:endParaRPr lang="en-US"/>
          </a:p>
        </p:txBody>
      </p:sp>
    </p:spTree>
    <p:extLst>
      <p:ext uri="{BB962C8B-B14F-4D97-AF65-F5344CB8AC3E}">
        <p14:creationId xmlns:p14="http://schemas.microsoft.com/office/powerpoint/2010/main" val="3907459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793037" cy="642937"/>
          </a:xfrm>
        </p:spPr>
        <p:txBody>
          <a:bodyPr wrap="square" anchor="b">
            <a:normAutofit/>
          </a:bodyPr>
          <a:lstStyle/>
          <a:p>
            <a:pPr>
              <a:lnSpc>
                <a:spcPct val="90000"/>
              </a:lnSpc>
            </a:pPr>
            <a:r>
              <a:rPr lang="en-US" sz="3400"/>
              <a:t>Domain Class Diagram with methods</a:t>
            </a:r>
          </a:p>
        </p:txBody>
      </p:sp>
      <p:pic>
        <p:nvPicPr>
          <p:cNvPr id="3" name="Picture 2">
            <a:extLst>
              <a:ext uri="{FF2B5EF4-FFF2-40B4-BE49-F238E27FC236}">
                <a16:creationId xmlns:a16="http://schemas.microsoft.com/office/drawing/2014/main" id="{EDEF6B0B-1CD7-7B6B-2A42-45C71CB6C2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1398" y="975130"/>
            <a:ext cx="7344816" cy="5603563"/>
          </a:xfrm>
          <a:prstGeom prst="rect">
            <a:avLst/>
          </a:prstGeom>
          <a:noFill/>
        </p:spPr>
      </p:pic>
      <p:sp>
        <p:nvSpPr>
          <p:cNvPr id="4" name="Slide Number Placeholder 3"/>
          <p:cNvSpPr>
            <a:spLocks noGrp="1"/>
          </p:cNvSpPr>
          <p:nvPr>
            <p:ph type="sldNum" sz="quarter" idx="11"/>
          </p:nvPr>
        </p:nvSpPr>
        <p:spPr>
          <a:xfrm>
            <a:off x="7042150" y="6243638"/>
            <a:ext cx="1905000" cy="457200"/>
          </a:xfrm>
        </p:spPr>
        <p:txBody>
          <a:bodyPr wrap="square" anchor="b">
            <a:normAutofit/>
          </a:bodyPr>
          <a:lstStyle/>
          <a:p>
            <a:pPr>
              <a:spcAft>
                <a:spcPts val="600"/>
              </a:spcAft>
              <a:defRPr/>
            </a:pPr>
            <a:fld id="{64196DE4-C91C-46FE-96F4-4D8414AA8679}" type="slidenum">
              <a:rPr lang="en-US" smtClean="0"/>
              <a:pPr>
                <a:spcAft>
                  <a:spcPts val="600"/>
                </a:spcAft>
                <a:defRPr/>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938" y="214313"/>
            <a:ext cx="7993062" cy="642937"/>
          </a:xfrm>
        </p:spPr>
        <p:txBody>
          <a:bodyPr/>
          <a:lstStyle/>
          <a:p>
            <a:r>
              <a:rPr lang="en-US"/>
              <a:t>Sequence diagram</a:t>
            </a:r>
            <a:endParaRPr lang="en-US" sz="2000">
              <a:ea typeface="Tahoma"/>
              <a:cs typeface="Tahoma"/>
            </a:endParaRPr>
          </a:p>
        </p:txBody>
      </p:sp>
      <p:sp>
        <p:nvSpPr>
          <p:cNvPr id="5" name="Slide Number Placeholder 4"/>
          <p:cNvSpPr>
            <a:spLocks noGrp="1"/>
          </p:cNvSpPr>
          <p:nvPr>
            <p:ph type="sldNum" sz="quarter" idx="11"/>
          </p:nvPr>
        </p:nvSpPr>
        <p:spPr/>
        <p:txBody>
          <a:bodyPr/>
          <a:lstStyle/>
          <a:p>
            <a:pPr>
              <a:defRPr/>
            </a:pPr>
            <a:fld id="{64196DE4-C91C-46FE-96F4-4D8414AA8679}" type="slidenum">
              <a:rPr lang="en-US" smtClean="0"/>
              <a:pPr>
                <a:defRPr/>
              </a:pPr>
              <a:t>9</a:t>
            </a:fld>
            <a:endParaRPr lang="en-US"/>
          </a:p>
        </p:txBody>
      </p:sp>
      <p:pic>
        <p:nvPicPr>
          <p:cNvPr id="3" name="Picture 2" descr="A diagram of a computer&#10;&#10;Description automatically generated">
            <a:extLst>
              <a:ext uri="{FF2B5EF4-FFF2-40B4-BE49-F238E27FC236}">
                <a16:creationId xmlns:a16="http://schemas.microsoft.com/office/drawing/2014/main" id="{529E6F56-1BC3-43FD-4371-F9D45024C46E}"/>
              </a:ext>
            </a:extLst>
          </p:cNvPr>
          <p:cNvPicPr>
            <a:picLocks noChangeAspect="1"/>
          </p:cNvPicPr>
          <p:nvPr/>
        </p:nvPicPr>
        <p:blipFill>
          <a:blip r:embed="rId3"/>
          <a:stretch>
            <a:fillRect/>
          </a:stretch>
        </p:blipFill>
        <p:spPr>
          <a:xfrm>
            <a:off x="645329" y="1376826"/>
            <a:ext cx="7864279" cy="4563735"/>
          </a:xfrm>
          <a:prstGeom prst="rect">
            <a:avLst/>
          </a:prstGeom>
        </p:spPr>
      </p:pic>
      <p:pic>
        <p:nvPicPr>
          <p:cNvPr id="4" name="Picture 3" descr="A diagram of a computer program&#10;&#10;Description automatically generated">
            <a:extLst>
              <a:ext uri="{FF2B5EF4-FFF2-40B4-BE49-F238E27FC236}">
                <a16:creationId xmlns:a16="http://schemas.microsoft.com/office/drawing/2014/main" id="{B3785C38-6358-B004-B026-451F6EA0E670}"/>
              </a:ext>
            </a:extLst>
          </p:cNvPr>
          <p:cNvPicPr>
            <a:picLocks noChangeAspect="1"/>
          </p:cNvPicPr>
          <p:nvPr/>
        </p:nvPicPr>
        <p:blipFill>
          <a:blip r:embed="rId4"/>
          <a:stretch>
            <a:fillRect/>
          </a:stretch>
        </p:blipFill>
        <p:spPr>
          <a:xfrm>
            <a:off x="323681" y="1468109"/>
            <a:ext cx="8496638" cy="4771448"/>
          </a:xfrm>
          <a:prstGeom prst="rect">
            <a:avLst/>
          </a:prstGeom>
        </p:spPr>
      </p:pic>
    </p:spTree>
    <p:extLst>
      <p:ext uri="{BB962C8B-B14F-4D97-AF65-F5344CB8AC3E}">
        <p14:creationId xmlns:p14="http://schemas.microsoft.com/office/powerpoint/2010/main" val="629304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State machine diagram </a:t>
            </a:r>
            <a:endParaRPr lang="en-US" sz="2000">
              <a:ea typeface="Tahoma"/>
              <a:cs typeface="Tahoma"/>
            </a:endParaRPr>
          </a:p>
        </p:txBody>
      </p:sp>
      <p:sp>
        <p:nvSpPr>
          <p:cNvPr id="5" name="Slide Number Placeholder 4"/>
          <p:cNvSpPr>
            <a:spLocks noGrp="1"/>
          </p:cNvSpPr>
          <p:nvPr>
            <p:ph type="sldNum" sz="quarter" idx="11"/>
          </p:nvPr>
        </p:nvSpPr>
        <p:spPr/>
        <p:txBody>
          <a:bodyPr/>
          <a:lstStyle/>
          <a:p>
            <a:pPr>
              <a:defRPr/>
            </a:pPr>
            <a:fld id="{64196DE4-C91C-46FE-96F4-4D8414AA8679}" type="slidenum">
              <a:rPr lang="en-US" smtClean="0"/>
              <a:pPr>
                <a:defRPr/>
              </a:pPr>
              <a:t>10</a:t>
            </a:fld>
            <a:endParaRPr lang="en-US"/>
          </a:p>
        </p:txBody>
      </p:sp>
      <p:sp>
        <p:nvSpPr>
          <p:cNvPr id="4" name="TextBox 3">
            <a:extLst>
              <a:ext uri="{FF2B5EF4-FFF2-40B4-BE49-F238E27FC236}">
                <a16:creationId xmlns:a16="http://schemas.microsoft.com/office/drawing/2014/main" id="{5AA9D076-5BF4-F6FF-C637-217046F253ED}"/>
              </a:ext>
            </a:extLst>
          </p:cNvPr>
          <p:cNvSpPr txBox="1"/>
          <p:nvPr/>
        </p:nvSpPr>
        <p:spPr>
          <a:xfrm>
            <a:off x="633410" y="1528623"/>
            <a:ext cx="331832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Tahoma"/>
                <a:ea typeface="Tahoma"/>
                <a:cs typeface="Tahoma"/>
              </a:rPr>
              <a:t>Modify Banking Information</a:t>
            </a:r>
            <a:endParaRPr lang="en-US">
              <a:ea typeface="Tahoma"/>
              <a:cs typeface="Tahoma"/>
            </a:endParaRPr>
          </a:p>
        </p:txBody>
      </p:sp>
      <p:pic>
        <p:nvPicPr>
          <p:cNvPr id="3" name="Picture 2" descr="A diagram of a software process&#10;&#10;Description automatically generated">
            <a:extLst>
              <a:ext uri="{FF2B5EF4-FFF2-40B4-BE49-F238E27FC236}">
                <a16:creationId xmlns:a16="http://schemas.microsoft.com/office/drawing/2014/main" id="{EF4D9279-7FE2-D83E-295A-277581A686FF}"/>
              </a:ext>
            </a:extLst>
          </p:cNvPr>
          <p:cNvPicPr>
            <a:picLocks noChangeAspect="1"/>
          </p:cNvPicPr>
          <p:nvPr/>
        </p:nvPicPr>
        <p:blipFill>
          <a:blip r:embed="rId3"/>
          <a:stretch>
            <a:fillRect/>
          </a:stretch>
        </p:blipFill>
        <p:spPr>
          <a:xfrm>
            <a:off x="836840" y="1773640"/>
            <a:ext cx="6857999" cy="4065917"/>
          </a:xfrm>
          <a:prstGeom prst="rect">
            <a:avLst/>
          </a:prstGeom>
        </p:spPr>
      </p:pic>
    </p:spTree>
    <p:extLst>
      <p:ext uri="{BB962C8B-B14F-4D97-AF65-F5344CB8AC3E}">
        <p14:creationId xmlns:p14="http://schemas.microsoft.com/office/powerpoint/2010/main" val="629304296"/>
      </p:ext>
    </p:extLst>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0C4EEACA25CE43BE9AB58897483D36" ma:contentTypeVersion="12" ma:contentTypeDescription="Create a new document." ma:contentTypeScope="" ma:versionID="175773961a4fc829484e0976c968a61e">
  <xsd:schema xmlns:xsd="http://www.w3.org/2001/XMLSchema" xmlns:xs="http://www.w3.org/2001/XMLSchema" xmlns:p="http://schemas.microsoft.com/office/2006/metadata/properties" xmlns:ns2="a5248cfa-22d4-42c6-8492-3d5d982c47f9" xmlns:ns3="02b517e3-d427-4b88-96c0-84b30f1a6e85" targetNamespace="http://schemas.microsoft.com/office/2006/metadata/properties" ma:root="true" ma:fieldsID="f166fcee5c913ede3fbd11b6c86739bd" ns2:_="" ns3:_="">
    <xsd:import namespace="a5248cfa-22d4-42c6-8492-3d5d982c47f9"/>
    <xsd:import namespace="02b517e3-d427-4b88-96c0-84b30f1a6e85"/>
    <xsd:element name="properties">
      <xsd:complexType>
        <xsd:sequence>
          <xsd:element name="documentManagement">
            <xsd:complexType>
              <xsd:all>
                <xsd:element ref="ns2:lcf76f155ced4ddcb4097134ff3c332f" minOccurs="0"/>
                <xsd:element ref="ns2:MediaServiceMetadata" minOccurs="0"/>
                <xsd:element ref="ns2:MediaServiceFastMetadata" minOccurs="0"/>
                <xsd:element ref="ns2:MediaServiceSearchProperties"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248cfa-22d4-42c6-8492-3d5d982c47f9"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d79a098e-4e4b-4f60-a2e6-94bb0d3a97e1" ma:termSetId="09814cd3-568e-fe90-9814-8d621ff8fb84" ma:anchorId="fba54fb3-c3e1-fe81-a776-ca4b69148c4d" ma:open="true" ma:isKeyword="false">
      <xsd:complexType>
        <xsd:sequence>
          <xsd:element ref="pc:Terms" minOccurs="0" maxOccurs="1"/>
        </xsd:sequence>
      </xsd:complex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b517e3-d427-4b88-96c0-84b30f1a6e8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5248cfa-22d4-42c6-8492-3d5d982c47f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B02504B-CC4F-4A35-8AFB-F411B784166A}">
  <ds:schemaRefs>
    <ds:schemaRef ds:uri="02b517e3-d427-4b88-96c0-84b30f1a6e85"/>
    <ds:schemaRef ds:uri="a5248cfa-22d4-42c6-8492-3d5d982c47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045298A-D15F-4561-9FF8-C497464C7ADC}">
  <ds:schemaRefs>
    <ds:schemaRef ds:uri="02b517e3-d427-4b88-96c0-84b30f1a6e85"/>
    <ds:schemaRef ds:uri="a5248cfa-22d4-42c6-8492-3d5d982c47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3D113D0-1426-4802-85EC-7C9A2BEB304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Blends</Template>
  <Application>Microsoft Office PowerPoint</Application>
  <PresentationFormat>On-screen Show (4:3)</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Blends</vt:lpstr>
      <vt:lpstr>PowerPoint Presentation</vt:lpstr>
      <vt:lpstr>Introduction</vt:lpstr>
      <vt:lpstr>Packaged Use Case Diagram </vt:lpstr>
      <vt:lpstr>Use Cases Brief Descriptions</vt:lpstr>
      <vt:lpstr>Use Case Full Description </vt:lpstr>
      <vt:lpstr>Use Case Full Description </vt:lpstr>
      <vt:lpstr>Domain Class Diagram first cut</vt:lpstr>
      <vt:lpstr>Domain Class Diagram with methods</vt:lpstr>
      <vt:lpstr>Sequence diagram</vt:lpstr>
      <vt:lpstr>State machine diagram </vt:lpstr>
    </vt:vector>
  </TitlesOfParts>
  <Manager/>
  <Company>Centennial College - Prgress Campus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Mayy Habayeb</dc:creator>
  <cp:keywords/>
  <dc:description/>
  <cp:revision>1</cp:revision>
  <dcterms:created xsi:type="dcterms:W3CDTF">2009-01-07T15:13:31Z</dcterms:created>
  <dcterms:modified xsi:type="dcterms:W3CDTF">2024-04-10T19:41:08Z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0x0101005D0C4EEACA25CE43BE9AB58897483D36</vt:lpwstr>
  </property>
  <property fmtid="{D5CDD505-2E9C-101B-9397-08002B2CF9AE}" pid="3" name="MediaServiceImageTags">
    <vt:lpwstr/>
  </property>
</Properties>
</file>